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Libre Baskerville"/>
      <p:regular r:id="rId33"/>
      <p:bold r:id="rId34"/>
      <p: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jKZxrko7mFlslJkL2wbjqw8jcs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144930-AA4F-414B-B5DD-1FE9132D6EAF}">
  <a:tblStyle styleId="{BF144930-AA4F-414B-B5DD-1FE9132D6E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140D8A6-3A9D-4B81-AD8D-AF907054E61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LibreBaskerville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LibreBaskerville-italic.fntdata"/><Relationship Id="rId12" Type="http://schemas.openxmlformats.org/officeDocument/2006/relationships/slide" Target="slides/slide6.xml"/><Relationship Id="rId34" Type="http://schemas.openxmlformats.org/officeDocument/2006/relationships/font" Target="fonts/LibreBaskerville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WEB TECHNOLOGIES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781916" y="2841955"/>
            <a:ext cx="69944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848224" y="4415503"/>
            <a:ext cx="74309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Prof.Vinay Joshi and Dr.Sarasvathi V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781916" y="4813108"/>
            <a:ext cx="749721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Science and Engineering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89" name="Google Shape;89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1" name="Google Shape;91;p1"/>
          <p:cNvCxnSpPr/>
          <p:nvPr/>
        </p:nvCxnSpPr>
        <p:spPr>
          <a:xfrm flipH="1" rot="10800000">
            <a:off x="4781916" y="4112436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7364" y="1606241"/>
            <a:ext cx="2131654" cy="35501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4" name="Google Shape;94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– Document Object Model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HTML5,Jquery and Ajax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81631" y="1313282"/>
            <a:ext cx="9823759" cy="50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web page is loaded, the browser creates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ocument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bject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odel of the page.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DOM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is constructed as a tree of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HTML DOM is a standard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and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interface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HTML. It defines: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HTML elements as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all HTML elements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access all HTML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all HTML elements</a:t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762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– Document Object Model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HTML5,Jquery and Ajax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81631" y="1313282"/>
            <a:ext cx="9823759" cy="50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896" y="1560400"/>
            <a:ext cx="8017565" cy="4516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8"/>
          <p:cNvSpPr/>
          <p:nvPr/>
        </p:nvSpPr>
        <p:spPr>
          <a:xfrm>
            <a:off x="291986" y="63958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– Document Object Model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38"/>
          <p:cNvCxnSpPr/>
          <p:nvPr/>
        </p:nvCxnSpPr>
        <p:spPr>
          <a:xfrm>
            <a:off x="-8308" y="1142290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38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HTML5,Jquery and Ajax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8"/>
          <p:cNvSpPr txBox="1"/>
          <p:nvPr/>
        </p:nvSpPr>
        <p:spPr>
          <a:xfrm>
            <a:off x="-153451" y="1080368"/>
            <a:ext cx="11564892" cy="50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95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Document Object Model (DOM) represents that same document so it can be manipulated. The DOM is an object-oriented representation of the web page, which can be modified with a scripting language such as JavaScript.</a:t>
            </a:r>
            <a:endParaRPr/>
          </a:p>
          <a:p>
            <a:pPr indent="-342900" lvl="0" marL="495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 is not:</a:t>
            </a:r>
            <a:endParaRPr/>
          </a:p>
          <a:p>
            <a:pPr indent="0" lvl="6" marL="152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part of the JavaScript language</a:t>
            </a:r>
            <a:endParaRPr/>
          </a:p>
          <a:p>
            <a:pPr indent="-190500" lvl="0" marL="495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778" y="3688040"/>
            <a:ext cx="10410433" cy="287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8"/>
          <p:cNvSpPr txBox="1"/>
          <p:nvPr/>
        </p:nvSpPr>
        <p:spPr>
          <a:xfrm>
            <a:off x="4749130" y="2209849"/>
            <a:ext cx="7642919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95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 is:</a:t>
            </a:r>
            <a:endParaRPr/>
          </a:p>
          <a:p>
            <a:pPr indent="-342900" lvl="0" marL="495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constructed from the browser</a:t>
            </a:r>
            <a:endParaRPr/>
          </a:p>
          <a:p>
            <a:pPr indent="0" lvl="0" marL="152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is globally accessible by JavaScript code using the document object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– Tree Representation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HTML5,Jquery and Ajax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371886" y="1519325"/>
            <a:ext cx="9930300" cy="50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&lt;title&gt;JavaScript DOM&lt;/title&gt;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&lt;p&gt;Hello DOM!&lt;/p&gt;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5620" y="1546704"/>
            <a:ext cx="3511600" cy="42936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4"/>
          <p:cNvCxnSpPr/>
          <p:nvPr/>
        </p:nvCxnSpPr>
        <p:spPr>
          <a:xfrm>
            <a:off x="5102087" y="1513221"/>
            <a:ext cx="0" cy="46928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6" name="Google Shape;1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5302529" y="6119336"/>
            <a:ext cx="69926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DOM tree, the document is the root node. The root node has one child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is the &lt;html&gt; element. The &lt;html&gt; element is called the document element.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393111" y="1351844"/>
            <a:ext cx="7659543" cy="5484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49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"The W3C Document Object Model (DOM) is a platform and language-neutral interface that allows programs and scripts to dynamically access and update the content, structure, and style of a document.“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Document.write executed after the page has finished loading will overwrite the page, or write a new page, or not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Document.write practically only appending to the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3" name="Google Shape;143;p5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Drawbacks of using document.write()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7164" y="1271315"/>
            <a:ext cx="4759181" cy="33422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6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6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Introduction to DOM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430214" y="1587500"/>
            <a:ext cx="615069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49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Web page is a document. This document can be either displayed in the browser window or as the HTML source. But it is the same document in both cases.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 is an object-oriented representation of the web page, which can be modified with a scripting language such as 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7"/>
          <p:cNvSpPr txBox="1"/>
          <p:nvPr/>
        </p:nvSpPr>
        <p:spPr>
          <a:xfrm>
            <a:off x="430213" y="1587500"/>
            <a:ext cx="8008937" cy="3185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Objects have properties and methods, and respond to events.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– specify attributes or characteristic of object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– specify functions object can perform.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– methods corresponding to user actions.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/>
        </p:nvSpPr>
        <p:spPr>
          <a:xfrm>
            <a:off x="168275" y="1492250"/>
            <a:ext cx="8145463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0513" lvl="0" marL="2905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 document object is the gateway to all the HTML elements and their styling properties that make up what gets shown.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2905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dynamically add elements, remove them, move them around, modify attributes on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2905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Any text, graphics or any information displayed on a web page is part of the document object.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8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8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The document Object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371475" y="600075"/>
            <a:ext cx="799941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Elements Are Objects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9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9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388938" y="1681163"/>
            <a:ext cx="7935912" cy="295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HTML tag, style rule, and other things that go into your page has some sort of a representation in the DOM.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image element defined in markup: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&lt;img src="images/lol_panda.png" alt="Sneezing Panda!" width="250" height="100"/&gt;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2060575"/>
            <a:ext cx="8705850" cy="403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0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10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DOM Elements are Objects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433388" y="1009650"/>
            <a:ext cx="8501062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write(“string”):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writes the given string on the document.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getElementById():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returns the element having the given id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getElementsByName():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returns all the elements having the given name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getElementsByTagName():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returns all the elements having the given tag name.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1"/>
          <p:cNvCxnSpPr/>
          <p:nvPr/>
        </p:nvCxnSpPr>
        <p:spPr>
          <a:xfrm>
            <a:off x="0" y="1074738"/>
            <a:ext cx="8299450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11"/>
          <p:cNvSpPr/>
          <p:nvPr/>
        </p:nvSpPr>
        <p:spPr>
          <a:xfrm>
            <a:off x="371475" y="600075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Accessing DOM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433388" y="1009650"/>
            <a:ext cx="850106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2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12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Accessing Elements in DOM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p12"/>
          <p:cNvGraphicFramePr/>
          <p:nvPr/>
        </p:nvGraphicFramePr>
        <p:xfrm>
          <a:off x="549563" y="2077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{BF144930-AA4F-414B-B5DD-1FE9132D6EAF}</a:tableStyleId>
              </a:tblPr>
              <a:tblGrid>
                <a:gridCol w="2150650"/>
                <a:gridCol w="2232025"/>
                <a:gridCol w="4239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Access Element By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Equivalent Selector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Method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ID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#demo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getElementByID(“demo”)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Class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.demo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getElementsByClassName(“demo”)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Tag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&lt;tag name&gt; like p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getElementsByTagName(“p”)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Selector (single)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Any CSS Selector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querySelector(“selector”)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Selector (all)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querySelectorAll(“selector”)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10" name="Google Shape;2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getElementById()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33388" y="1009650"/>
            <a:ext cx="782796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document.getElementById()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method returns the element of specified 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parameter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getElementById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be any expression that evaluates to a string.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document.getElementById(“#id");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3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8" name="Google Shape;2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getElementsByTagName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33388" y="1009650"/>
            <a:ext cx="8332787" cy="397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getElementsByTagName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access elements and attributes using tag name.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will return an array of all the items with the same tag name as a NodeList object.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document.getElementsByTagName(tagname)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4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6" name="Google Shape;2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getElementsByName()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433388" y="1009650"/>
            <a:ext cx="9288462" cy="286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getElementsByName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method returns a collection of all elements in the document with the specified name (the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of the name attribute), as a NodeList object.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document.getElementsByName(name);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5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4" name="Google Shape;2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Document.querySelector()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433388" y="1135063"/>
            <a:ext cx="8478837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 Document method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querySelector()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returns the first Element within the document that matches the specified selector, or group of selectors.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no matches are found, null is returned.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document.querySelector(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16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2" name="Google Shape;2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Document.querySelectorAll()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433388" y="1135063"/>
            <a:ext cx="8478837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 Document method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querySelectorAll()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returns a static (not live) NodeList representing a list of the document's elements that match the specified group of selectors.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no matches are found, null is returned.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elementList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parentNode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.querySelectorAll(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17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0" name="Google Shape;2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Traversing the DOM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18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7" name="Google Shape;2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238" y="1376363"/>
            <a:ext cx="8732837" cy="468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Traversing the DOM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19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5" name="Google Shape;2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475" y="1195388"/>
            <a:ext cx="7635875" cy="44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Traversing the DOM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20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3" name="Google Shape;2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400" y="1276350"/>
            <a:ext cx="7594600" cy="4799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9700" y="1158875"/>
            <a:ext cx="6038850" cy="477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21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1" name="Google Shape;281;p21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Traversing the DOM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9136" y="1614912"/>
            <a:ext cx="603885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675" y="1492550"/>
            <a:ext cx="4483109" cy="38275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22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1" name="Google Shape;291;p22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Traversing the DOM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23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9" name="Google Shape;299;p23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Creating Element Objects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1" name="Google Shape;301;p23"/>
          <p:cNvGraphicFramePr/>
          <p:nvPr/>
        </p:nvGraphicFramePr>
        <p:xfrm>
          <a:off x="479425" y="17314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{F140D8A6-3A9D-4B81-AD8D-AF907054E61D}</a:tableStyleId>
              </a:tblPr>
              <a:tblGrid>
                <a:gridCol w="3829350"/>
                <a:gridCol w="4878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Method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Description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document.createElement()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Create a new element node using tag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document.createTextNode()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Create a new text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02" name="Google Shape;302;p23"/>
          <p:cNvGraphicFramePr/>
          <p:nvPr/>
        </p:nvGraphicFramePr>
        <p:xfrm>
          <a:off x="493280" y="33940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{F140D8A6-3A9D-4B81-AD8D-AF907054E61D}</a:tableStyleId>
              </a:tblPr>
              <a:tblGrid>
                <a:gridCol w="2790250"/>
                <a:gridCol w="5917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Property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Description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node.textContent or node.innerText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Get or set the text content of an element node  (without HTML tags)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node.innerHTML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Get or set the HTML content enclosed in the element tag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" name="Google Shape;308;p24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9" name="Google Shape;309;p24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Manipulating Nodes in the DOM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1" name="Google Shape;311;p24"/>
          <p:cNvGraphicFramePr/>
          <p:nvPr/>
        </p:nvGraphicFramePr>
        <p:xfrm>
          <a:off x="364116" y="1580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{F140D8A6-3A9D-4B81-AD8D-AF907054E61D}</a:tableStyleId>
              </a:tblPr>
              <a:tblGrid>
                <a:gridCol w="3079450"/>
                <a:gridCol w="5557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Method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Description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97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node.appendChild()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Add a node as the last child of the parent element.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node.insertBefore()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Insert a node into the parent before a specific sibling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node.replaceChild()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Replace an existing node with a new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6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node.removeChild()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Removes child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node.remove()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Removes a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2" name="Google Shape;312;p24"/>
          <p:cNvSpPr txBox="1"/>
          <p:nvPr/>
        </p:nvSpPr>
        <p:spPr>
          <a:xfrm>
            <a:off x="401782" y="5569527"/>
            <a:ext cx="836479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node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here can be document.body or any existing element in the DOM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25"/>
          <p:cNvCxnSpPr/>
          <p:nvPr/>
        </p:nvCxnSpPr>
        <p:spPr>
          <a:xfrm flipH="1" rot="10800000">
            <a:off x="5448168" y="2887307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p25"/>
          <p:cNvSpPr/>
          <p:nvPr/>
        </p:nvSpPr>
        <p:spPr>
          <a:xfrm>
            <a:off x="5460537" y="404973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vinayj@pes.edu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5460537" y="457301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+91 80 2672 6622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3150" y="1606241"/>
            <a:ext cx="2212119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Vinay Joshi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5448168" y="3525847"/>
            <a:ext cx="749721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Google Shape;325;p25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326" name="Google Shape;326;p25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5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2020-06-03T14:19:11Z</dcterms:created>
  <dc:creator>Krishna Venkataram</dc:creator>
</cp:coreProperties>
</file>