
<file path=[Content_Types].xml><?xml version="1.0" encoding="utf-8"?>
<Types xmlns="http://schemas.openxmlformats.org/package/2006/content-types">
  <Default ContentType="application/vnd.openxmlformats-officedocument.vmlDrawing" Extension="vml"/>
  <Default ContentType="application/x-fontdata" Extension="fntdata"/>
  <Default ContentType="image/gif" Extension="gif"/>
  <Default ContentType="application/vnd.openxmlformats-officedocument.oleObject" Extension="bin"/>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oleObject" PartName="/ppt/embeddings/oleObject3.bin"/>
  <Override ContentType="application/vnd.openxmlformats-officedocument.oleObject" PartName="/ppt/embeddings/oleObject4.bin"/>
  <Override ContentType="application/vnd.openxmlformats-officedocument.oleObject" PartName="/ppt/embeddings/oleObject2.bin"/>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y="6858000" cx="12192000"/>
  <p:notesSz cx="6858000" cy="9144000"/>
  <p:embeddedFontLst>
    <p:embeddedFont>
      <p:font typeface="Arial Narrow"/>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38" roundtripDataSignature="AMtx7miwxpY29SJ7lpq7gUMuSQJp5SAZp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9D5D7DB-F417-40FA-90E4-F048AE39E82D}">
  <a:tblStyle styleId="{79D5D7DB-F417-40FA-90E4-F048AE39E82D}"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ArialNarrow-bold.fntdata"/><Relationship Id="rId12" Type="http://schemas.openxmlformats.org/officeDocument/2006/relationships/slide" Target="slides/slide6.xml"/><Relationship Id="rId34" Type="http://schemas.openxmlformats.org/officeDocument/2006/relationships/font" Target="fonts/ArialNarrow-regular.fntdata"/><Relationship Id="rId15" Type="http://schemas.openxmlformats.org/officeDocument/2006/relationships/slide" Target="slides/slide9.xml"/><Relationship Id="rId37" Type="http://schemas.openxmlformats.org/officeDocument/2006/relationships/font" Target="fonts/ArialNarrow-boldItalic.fntdata"/><Relationship Id="rId14" Type="http://schemas.openxmlformats.org/officeDocument/2006/relationships/slide" Target="slides/slide8.xml"/><Relationship Id="rId36" Type="http://schemas.openxmlformats.org/officeDocument/2006/relationships/font" Target="fonts/ArialNarrow-italic.fntdata"/><Relationship Id="rId17" Type="http://schemas.openxmlformats.org/officeDocument/2006/relationships/slide" Target="slides/slide11.xml"/><Relationship Id="rId16" Type="http://schemas.openxmlformats.org/officeDocument/2006/relationships/slide" Target="slides/slide10.xml"/><Relationship Id="rId38" Type="http://customschemas.google.com/relationships/presentationmetadata" Target="metadata"/><Relationship Id="rId19" Type="http://schemas.openxmlformats.org/officeDocument/2006/relationships/slide" Target="slides/slide13.xml"/><Relationship Id="rId18" Type="http://schemas.openxmlformats.org/officeDocument/2006/relationships/slide" Target="slides/slide1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6.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de-CH"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 name="Google Shape;8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104" name="Google Shape;10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de-CH"/>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 name="Google Shape;11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 name="Google Shape;12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2" name="Google Shape;13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0" name="Google Shape;140;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9" name="Google Shape;14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7" name="Google Shape;15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3" name="Google Shape;17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7" name="Google Shape;19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5" name="Google Shape;20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3" name="Google Shape;21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2" name="Google Shape;22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0" name="Google Shape;23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8" name="Google Shape;23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4" name="Google Shape;26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4" name="Google Shape;27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2" name="Google Shape;28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9" name="Google Shape;29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8" name="Google Shape;30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5" name="Google Shape;335;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3" name="Google Shape;343;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de-CH"/>
              <a:t>‹#›</a:t>
            </a:fld>
            <a:endParaRPr/>
          </a:p>
        </p:txBody>
      </p:sp>
      <p:pic>
        <p:nvPicPr>
          <p:cNvPr id="21" name="Google Shape;21;p28"/>
          <p:cNvPicPr preferRelativeResize="0"/>
          <p:nvPr/>
        </p:nvPicPr>
        <p:blipFill rotWithShape="1">
          <a:blip r:embed="rId2">
            <a:alphaModFix/>
          </a:blip>
          <a:srcRect b="0" l="0" r="0" t="0"/>
          <a:stretch/>
        </p:blipFill>
        <p:spPr>
          <a:xfrm>
            <a:off x="11052632" y="138776"/>
            <a:ext cx="933041" cy="159715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2" name="Shape 22"/>
        <p:cNvGrpSpPr/>
        <p:nvPr/>
      </p:nvGrpSpPr>
      <p:grpSpPr>
        <a:xfrm>
          <a:off x="0" y="0"/>
          <a:ext cx="0" cy="0"/>
          <a:chOff x="0" y="0"/>
          <a:chExt cx="0" cy="0"/>
        </a:xfrm>
      </p:grpSpPr>
      <p:sp>
        <p:nvSpPr>
          <p:cNvPr id="23" name="Google Shape;23;p2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5" name="Google Shape;25;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de-CH"/>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3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1" name="Google Shape;31;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de-CH"/>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3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de-CH"/>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3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4" name="Google Shape;44;p3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3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3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de-CH"/>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de-CH"/>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5" name="Shape 55"/>
        <p:cNvGrpSpPr/>
        <p:nvPr/>
      </p:nvGrpSpPr>
      <p:grpSpPr>
        <a:xfrm>
          <a:off x="0" y="0"/>
          <a:ext cx="0" cy="0"/>
          <a:chOff x="0" y="0"/>
          <a:chExt cx="0" cy="0"/>
        </a:xfrm>
      </p:grpSpPr>
      <p:sp>
        <p:nvSpPr>
          <p:cNvPr id="56" name="Google Shape;56;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de-CH"/>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3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3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2" name="Google Shape;62;p3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3" name="Google Shape;63;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de-CH"/>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36"/>
          <p:cNvSpPr/>
          <p:nvPr>
            <p:ph idx="2" type="pic"/>
          </p:nvPr>
        </p:nvSpPr>
        <p:spPr>
          <a:xfrm>
            <a:off x="5183188" y="987425"/>
            <a:ext cx="6172200" cy="4873625"/>
          </a:xfrm>
          <a:prstGeom prst="rect">
            <a:avLst/>
          </a:prstGeom>
          <a:noFill/>
          <a:ln>
            <a:noFill/>
          </a:ln>
        </p:spPr>
      </p:sp>
      <p:sp>
        <p:nvSpPr>
          <p:cNvPr id="69" name="Google Shape;69;p3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0" name="Google Shape;70;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de-CH"/>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 name="Shape 73"/>
        <p:cNvGrpSpPr/>
        <p:nvPr/>
      </p:nvGrpSpPr>
      <p:grpSpPr>
        <a:xfrm>
          <a:off x="0" y="0"/>
          <a:ext cx="0" cy="0"/>
          <a:chOff x="0" y="0"/>
          <a:chExt cx="0" cy="0"/>
        </a:xfrm>
      </p:grpSpPr>
      <p:sp>
        <p:nvSpPr>
          <p:cNvPr id="74" name="Google Shape;74;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3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de-CH"/>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9" name="Shape 79"/>
        <p:cNvGrpSpPr/>
        <p:nvPr/>
      </p:nvGrpSpPr>
      <p:grpSpPr>
        <a:xfrm>
          <a:off x="0" y="0"/>
          <a:ext cx="0" cy="0"/>
          <a:chOff x="0" y="0"/>
          <a:chExt cx="0" cy="0"/>
        </a:xfrm>
      </p:grpSpPr>
      <p:sp>
        <p:nvSpPr>
          <p:cNvPr id="80" name="Google Shape;80;p3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3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de-CH"/>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de-CH"/>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5.gif"/><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vmlDrawing" Target="../drawings/vmlDrawing1.vml"/><Relationship Id="rId4" Type="http://schemas.openxmlformats.org/officeDocument/2006/relationships/oleObject" Target="../embeddings/oleObject1.bin"/><Relationship Id="rId5" Type="http://schemas.openxmlformats.org/officeDocument/2006/relationships/oleObject" Target="../embeddings/oleObject1.bin"/><Relationship Id="rId6"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vmlDrawing" Target="../drawings/vmlDrawing2.vml"/><Relationship Id="rId4" Type="http://schemas.openxmlformats.org/officeDocument/2006/relationships/oleObject" Target="../embeddings/oleObject2.bin"/><Relationship Id="rId5" Type="http://schemas.openxmlformats.org/officeDocument/2006/relationships/oleObject" Target="../embeddings/oleObject2.bin"/><Relationship Id="rId6"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vmlDrawing" Target="../drawings/vmlDrawing3.vml"/><Relationship Id="rId4" Type="http://schemas.openxmlformats.org/officeDocument/2006/relationships/oleObject" Target="../embeddings/oleObject3.bin"/><Relationship Id="rId9" Type="http://schemas.openxmlformats.org/officeDocument/2006/relationships/image" Target="../media/image11.png"/><Relationship Id="rId5" Type="http://schemas.openxmlformats.org/officeDocument/2006/relationships/oleObject" Target="../embeddings/oleObject3.bin"/><Relationship Id="rId6" Type="http://schemas.openxmlformats.org/officeDocument/2006/relationships/image" Target="../media/image10.png"/><Relationship Id="rId7" Type="http://schemas.openxmlformats.org/officeDocument/2006/relationships/oleObject" Target="../embeddings/oleObject4.bin"/><Relationship Id="rId8" Type="http://schemas.openxmlformats.org/officeDocument/2006/relationships/oleObject" Target="../embeddings/oleObject4.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p:nvPr/>
        </p:nvSpPr>
        <p:spPr>
          <a:xfrm>
            <a:off x="4781916" y="1688267"/>
            <a:ext cx="7497214"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de-CH" sz="3600" u="none" cap="none" strike="noStrike">
                <a:solidFill>
                  <a:srgbClr val="C55A11"/>
                </a:solidFill>
                <a:latin typeface="Calibri"/>
                <a:ea typeface="Calibri"/>
                <a:cs typeface="Calibri"/>
                <a:sym typeface="Calibri"/>
              </a:rPr>
              <a:t>WEB TECHNOLOGIES</a:t>
            </a:r>
            <a:endParaRPr b="1" i="0" sz="3600" u="none" cap="none" strike="noStrike">
              <a:solidFill>
                <a:srgbClr val="C55A11"/>
              </a:solidFill>
              <a:latin typeface="Calibri"/>
              <a:ea typeface="Calibri"/>
              <a:cs typeface="Calibri"/>
              <a:sym typeface="Calibri"/>
            </a:endParaRPr>
          </a:p>
        </p:txBody>
      </p:sp>
      <p:sp>
        <p:nvSpPr>
          <p:cNvPr id="90" name="Google Shape;90;p1"/>
          <p:cNvSpPr/>
          <p:nvPr/>
        </p:nvSpPr>
        <p:spPr>
          <a:xfrm>
            <a:off x="4781916" y="2841955"/>
            <a:ext cx="7497214"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de-CH" sz="3600" u="none" cap="none" strike="noStrike">
                <a:solidFill>
                  <a:srgbClr val="2F5496"/>
                </a:solidFill>
                <a:latin typeface="Calibri"/>
                <a:ea typeface="Calibri"/>
                <a:cs typeface="Calibri"/>
                <a:sym typeface="Calibri"/>
              </a:rPr>
              <a:t>HTML - Basic Markups</a:t>
            </a:r>
            <a:endParaRPr b="1" i="0" sz="3600" u="none" cap="none" strike="noStrike">
              <a:solidFill>
                <a:srgbClr val="2F5496"/>
              </a:solidFill>
              <a:latin typeface="Calibri"/>
              <a:ea typeface="Calibri"/>
              <a:cs typeface="Calibri"/>
              <a:sym typeface="Calibri"/>
            </a:endParaRPr>
          </a:p>
        </p:txBody>
      </p:sp>
      <p:sp>
        <p:nvSpPr>
          <p:cNvPr id="91" name="Google Shape;91;p1"/>
          <p:cNvSpPr/>
          <p:nvPr/>
        </p:nvSpPr>
        <p:spPr>
          <a:xfrm>
            <a:off x="4781916" y="4415503"/>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de-CH" sz="2400" u="none" cap="none" strike="noStrike">
                <a:solidFill>
                  <a:schemeClr val="dk1"/>
                </a:solidFill>
                <a:latin typeface="Calibri"/>
                <a:ea typeface="Calibri"/>
                <a:cs typeface="Calibri"/>
                <a:sym typeface="Calibri"/>
              </a:rPr>
              <a:t>Vinay Joshi</a:t>
            </a:r>
            <a:endParaRPr b="1" i="0" sz="2400" u="none" cap="none" strike="noStrike">
              <a:solidFill>
                <a:schemeClr val="dk1"/>
              </a:solidFill>
              <a:latin typeface="Calibri"/>
              <a:ea typeface="Calibri"/>
              <a:cs typeface="Calibri"/>
              <a:sym typeface="Calibri"/>
            </a:endParaRPr>
          </a:p>
        </p:txBody>
      </p:sp>
      <p:sp>
        <p:nvSpPr>
          <p:cNvPr id="92" name="Google Shape;92;p1"/>
          <p:cNvSpPr/>
          <p:nvPr/>
        </p:nvSpPr>
        <p:spPr>
          <a:xfrm>
            <a:off x="4781916" y="4813108"/>
            <a:ext cx="7497214"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de-CH" sz="2400" u="none" cap="none" strike="noStrike">
                <a:solidFill>
                  <a:schemeClr val="dk1"/>
                </a:solidFill>
                <a:latin typeface="Calibri"/>
                <a:ea typeface="Calibri"/>
                <a:cs typeface="Calibri"/>
                <a:sym typeface="Calibri"/>
              </a:rPr>
              <a:t>Department of </a:t>
            </a:r>
            <a:endParaRPr b="0"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rPr b="0" i="0" lang="de-CH" sz="2400" u="none" cap="none" strike="noStrike">
                <a:solidFill>
                  <a:schemeClr val="dk1"/>
                </a:solidFill>
                <a:latin typeface="Calibri"/>
                <a:ea typeface="Calibri"/>
                <a:cs typeface="Calibri"/>
                <a:sym typeface="Calibri"/>
              </a:rPr>
              <a:t>Computer Science and Engineering</a:t>
            </a:r>
            <a:endParaRPr b="0" i="0" sz="2400" u="none" cap="none" strike="noStrike">
              <a:solidFill>
                <a:schemeClr val="dk1"/>
              </a:solidFill>
              <a:latin typeface="Calibri"/>
              <a:ea typeface="Calibri"/>
              <a:cs typeface="Calibri"/>
              <a:sym typeface="Calibri"/>
            </a:endParaRPr>
          </a:p>
        </p:txBody>
      </p:sp>
      <p:cxnSp>
        <p:nvCxnSpPr>
          <p:cNvPr id="93" name="Google Shape;93;p1"/>
          <p:cNvCxnSpPr/>
          <p:nvPr/>
        </p:nvCxnSpPr>
        <p:spPr>
          <a:xfrm flipH="1" rot="10800000">
            <a:off x="4781916" y="4112436"/>
            <a:ext cx="4581449" cy="1"/>
          </a:xfrm>
          <a:prstGeom prst="straightConnector1">
            <a:avLst/>
          </a:prstGeom>
          <a:noFill/>
          <a:ln cap="flat" cmpd="sng" w="38100">
            <a:solidFill>
              <a:srgbClr val="C55A11"/>
            </a:solidFill>
            <a:prstDash val="solid"/>
            <a:miter lim="800000"/>
            <a:headEnd len="sm" w="sm" type="none"/>
            <a:tailEnd len="sm" w="sm" type="none"/>
          </a:ln>
        </p:spPr>
      </p:cxnSp>
      <p:pic>
        <p:nvPicPr>
          <p:cNvPr id="94" name="Google Shape;94;p1"/>
          <p:cNvPicPr preferRelativeResize="0"/>
          <p:nvPr/>
        </p:nvPicPr>
        <p:blipFill rotWithShape="1">
          <a:blip r:embed="rId3">
            <a:alphaModFix/>
          </a:blip>
          <a:srcRect b="0" l="0" r="0" t="0"/>
          <a:stretch/>
        </p:blipFill>
        <p:spPr>
          <a:xfrm>
            <a:off x="1859219" y="1606241"/>
            <a:ext cx="2142223" cy="3550188"/>
          </a:xfrm>
          <a:prstGeom prst="rect">
            <a:avLst/>
          </a:prstGeom>
          <a:noFill/>
          <a:ln>
            <a:noFill/>
          </a:ln>
        </p:spPr>
      </p:pic>
      <p:sp>
        <p:nvSpPr>
          <p:cNvPr id="95" name="Google Shape;95;p1"/>
          <p:cNvSpPr/>
          <p:nvPr/>
        </p:nvSpPr>
        <p:spPr>
          <a:xfrm>
            <a:off x="10408920" y="43700"/>
            <a:ext cx="1783080" cy="1871038"/>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nvGrpSpPr>
          <p:cNvPr id="96" name="Google Shape;96;p1"/>
          <p:cNvGrpSpPr/>
          <p:nvPr/>
        </p:nvGrpSpPr>
        <p:grpSpPr>
          <a:xfrm>
            <a:off x="367798" y="516369"/>
            <a:ext cx="11456404" cy="5943834"/>
            <a:chOff x="313844" y="349466"/>
            <a:chExt cx="11518407" cy="6218388"/>
          </a:xfrm>
        </p:grpSpPr>
        <p:sp>
          <p:nvSpPr>
            <p:cNvPr id="97" name="Google Shape;97;p1"/>
            <p:cNvSpPr/>
            <p:nvPr/>
          </p:nvSpPr>
          <p:spPr>
            <a:xfrm>
              <a:off x="11786532" y="360726"/>
              <a:ext cx="45719" cy="1066895"/>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8" name="Google Shape;98;p1"/>
            <p:cNvSpPr/>
            <p:nvPr/>
          </p:nvSpPr>
          <p:spPr>
            <a:xfrm rot="5400000">
              <a:off x="11275944" y="-161122"/>
              <a:ext cx="45719" cy="1066895"/>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9" name="Google Shape;99;p1"/>
            <p:cNvSpPr/>
            <p:nvPr/>
          </p:nvSpPr>
          <p:spPr>
            <a:xfrm rot="5400000">
              <a:off x="824432" y="6011547"/>
              <a:ext cx="45719" cy="1066895"/>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0" name="Google Shape;100;p1"/>
            <p:cNvSpPr/>
            <p:nvPr/>
          </p:nvSpPr>
          <p:spPr>
            <a:xfrm rot="10800000">
              <a:off x="313844" y="5489699"/>
              <a:ext cx="45719" cy="1066895"/>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
          <p:cNvSpPr txBox="1"/>
          <p:nvPr>
            <p:ph idx="1" type="body"/>
          </p:nvPr>
        </p:nvSpPr>
        <p:spPr>
          <a:xfrm>
            <a:off x="581192" y="1412240"/>
            <a:ext cx="4891353" cy="5213847"/>
          </a:xfrm>
          <a:prstGeom prst="rect">
            <a:avLst/>
          </a:prstGeom>
          <a:noFill/>
          <a:ln>
            <a:noFill/>
          </a:ln>
        </p:spPr>
        <p:txBody>
          <a:bodyPr anchorCtr="0" anchor="t" bIns="45700" lIns="91425" spcFirstLastPara="1" rIns="91425" wrap="square" tIns="45700">
            <a:normAutofit/>
          </a:bodyPr>
          <a:lstStyle/>
          <a:p>
            <a:pPr indent="-228600" lvl="0" marL="228600" rtl="0" algn="l">
              <a:lnSpc>
                <a:spcPct val="150000"/>
              </a:lnSpc>
              <a:spcBef>
                <a:spcPts val="0"/>
              </a:spcBef>
              <a:spcAft>
                <a:spcPts val="0"/>
              </a:spcAft>
              <a:buClr>
                <a:srgbClr val="2F5496"/>
              </a:buClr>
              <a:buSzPts val="2400"/>
              <a:buNone/>
            </a:pPr>
            <a:r>
              <a:rPr b="1" lang="de-CH" sz="2400">
                <a:solidFill>
                  <a:srgbClr val="2F5496"/>
                </a:solidFill>
              </a:rPr>
              <a:t>HTML– </a:t>
            </a:r>
            <a:r>
              <a:rPr b="1" lang="de-CH" sz="2400">
                <a:solidFill>
                  <a:srgbClr val="C55A11"/>
                </a:solidFill>
              </a:rPr>
              <a:t>Hyper Text </a:t>
            </a:r>
            <a:r>
              <a:rPr b="1" lang="de-CH" sz="2400">
                <a:solidFill>
                  <a:srgbClr val="548135"/>
                </a:solidFill>
              </a:rPr>
              <a:t>Markup</a:t>
            </a:r>
            <a:r>
              <a:rPr b="1" lang="de-CH" sz="2400">
                <a:solidFill>
                  <a:srgbClr val="2F5496"/>
                </a:solidFill>
              </a:rPr>
              <a:t> Language</a:t>
            </a:r>
            <a:endParaRPr/>
          </a:p>
          <a:p>
            <a:pPr indent="-228600" lvl="0" marL="228600" rtl="0" algn="l">
              <a:lnSpc>
                <a:spcPct val="100000"/>
              </a:lnSpc>
              <a:spcBef>
                <a:spcPts val="1000"/>
              </a:spcBef>
              <a:spcAft>
                <a:spcPts val="0"/>
              </a:spcAft>
              <a:buClr>
                <a:srgbClr val="C55A11"/>
              </a:buClr>
              <a:buSzPts val="2400"/>
              <a:buNone/>
            </a:pPr>
            <a:r>
              <a:rPr b="1" lang="de-CH" sz="2400">
                <a:solidFill>
                  <a:srgbClr val="C55A11"/>
                </a:solidFill>
              </a:rPr>
              <a:t>Hypertext</a:t>
            </a:r>
            <a:r>
              <a:rPr lang="de-CH" sz="2400"/>
              <a:t> - cross-referencing /linking between related sections of text and associated graphic material</a:t>
            </a:r>
            <a:endParaRPr sz="2400"/>
          </a:p>
        </p:txBody>
      </p:sp>
      <p:sp>
        <p:nvSpPr>
          <p:cNvPr id="107" name="Google Shape;107;p2"/>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de-CH" sz="2400" u="none" cap="none" strike="noStrike">
                <a:solidFill>
                  <a:srgbClr val="C55A11"/>
                </a:solidFill>
                <a:latin typeface="Calibri"/>
                <a:ea typeface="Calibri"/>
                <a:cs typeface="Calibri"/>
                <a:sym typeface="Calibri"/>
              </a:rPr>
              <a:t>Introduction</a:t>
            </a:r>
            <a:endParaRPr b="0" i="0" sz="1400" u="none" cap="none" strike="noStrike">
              <a:solidFill>
                <a:srgbClr val="000000"/>
              </a:solidFill>
              <a:latin typeface="Arial"/>
              <a:ea typeface="Arial"/>
              <a:cs typeface="Arial"/>
              <a:sym typeface="Arial"/>
            </a:endParaRPr>
          </a:p>
        </p:txBody>
      </p:sp>
      <p:cxnSp>
        <p:nvCxnSpPr>
          <p:cNvPr id="108" name="Google Shape;108;p2"/>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109" name="Google Shape;109;p2"/>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de-CH" sz="2400" u="none" cap="none" strike="noStrike">
                <a:solidFill>
                  <a:srgbClr val="2F5496"/>
                </a:solidFill>
                <a:latin typeface="Calibri"/>
                <a:ea typeface="Calibri"/>
                <a:cs typeface="Calibri"/>
                <a:sym typeface="Calibri"/>
              </a:rPr>
              <a:t>HTML – Basic Markups</a:t>
            </a:r>
            <a:endParaRPr b="1" i="0" sz="2400" u="none" cap="none" strike="noStrike">
              <a:solidFill>
                <a:srgbClr val="2F5496"/>
              </a:solidFill>
              <a:latin typeface="Calibri"/>
              <a:ea typeface="Calibri"/>
              <a:cs typeface="Calibri"/>
              <a:sym typeface="Calibri"/>
            </a:endParaRPr>
          </a:p>
        </p:txBody>
      </p:sp>
      <p:pic>
        <p:nvPicPr>
          <p:cNvPr descr="Chapter 1.1.1, Hypertext" id="110" name="Google Shape;110;p2"/>
          <p:cNvPicPr preferRelativeResize="0"/>
          <p:nvPr/>
        </p:nvPicPr>
        <p:blipFill rotWithShape="1">
          <a:blip r:embed="rId3">
            <a:alphaModFix/>
          </a:blip>
          <a:srcRect b="0" l="0" r="0" t="0"/>
          <a:stretch/>
        </p:blipFill>
        <p:spPr>
          <a:xfrm>
            <a:off x="585066" y="3625417"/>
            <a:ext cx="3810000" cy="2952751"/>
          </a:xfrm>
          <a:prstGeom prst="rect">
            <a:avLst/>
          </a:prstGeom>
          <a:noFill/>
          <a:ln>
            <a:noFill/>
          </a:ln>
        </p:spPr>
      </p:pic>
      <p:sp>
        <p:nvSpPr>
          <p:cNvPr id="111" name="Google Shape;111;p2"/>
          <p:cNvSpPr txBox="1"/>
          <p:nvPr/>
        </p:nvSpPr>
        <p:spPr>
          <a:xfrm>
            <a:off x="5577423" y="1302915"/>
            <a:ext cx="5588430" cy="5112866"/>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50000"/>
              </a:lnSpc>
              <a:spcBef>
                <a:spcPts val="0"/>
              </a:spcBef>
              <a:spcAft>
                <a:spcPts val="0"/>
              </a:spcAft>
              <a:buClr>
                <a:schemeClr val="dk1"/>
              </a:buClr>
              <a:buSzPts val="2400"/>
              <a:buFont typeface="Arial"/>
              <a:buNone/>
            </a:pPr>
            <a:r>
              <a:rPr b="1" i="0" lang="de-CH" sz="2400" u="none" cap="none" strike="noStrike">
                <a:solidFill>
                  <a:srgbClr val="2F5496"/>
                </a:solidFill>
                <a:latin typeface="Calibri"/>
                <a:ea typeface="Calibri"/>
                <a:cs typeface="Calibri"/>
                <a:sym typeface="Calibri"/>
              </a:rPr>
              <a:t>Hyper Text-</a:t>
            </a:r>
            <a:r>
              <a:rPr b="0" i="0" lang="de-CH" sz="2400" u="none" cap="none" strike="noStrike">
                <a:solidFill>
                  <a:srgbClr val="2F5496"/>
                </a:solidFill>
                <a:latin typeface="Calibri"/>
                <a:ea typeface="Calibri"/>
                <a:cs typeface="Calibri"/>
                <a:sym typeface="Calibri"/>
              </a:rPr>
              <a:t>Text which contains links to other text, web pages, images, files audio, video</a:t>
            </a:r>
            <a:endParaRPr b="0" i="0" sz="2400" u="none" cap="none" strike="noStrike">
              <a:solidFill>
                <a:srgbClr val="2F5496"/>
              </a:solidFill>
              <a:latin typeface="Calibri"/>
              <a:ea typeface="Calibri"/>
              <a:cs typeface="Calibri"/>
              <a:sym typeface="Calibri"/>
            </a:endParaRPr>
          </a:p>
          <a:p>
            <a:pPr indent="-228600" lvl="0" marL="228600" marR="0" rtl="0" algn="l">
              <a:lnSpc>
                <a:spcPct val="100000"/>
              </a:lnSpc>
              <a:spcBef>
                <a:spcPts val="1000"/>
              </a:spcBef>
              <a:spcAft>
                <a:spcPts val="0"/>
              </a:spcAft>
              <a:buClr>
                <a:srgbClr val="000000"/>
              </a:buClr>
              <a:buSzPts val="2400"/>
              <a:buFont typeface="Arial"/>
              <a:buNone/>
            </a:pPr>
            <a:r>
              <a:rPr b="1" i="0" lang="de-CH" sz="2400" u="none" cap="none" strike="noStrike">
                <a:solidFill>
                  <a:srgbClr val="548135"/>
                </a:solidFill>
                <a:latin typeface="Calibri"/>
                <a:ea typeface="Calibri"/>
                <a:cs typeface="Calibri"/>
                <a:sym typeface="Calibri"/>
              </a:rPr>
              <a:t>Markup</a:t>
            </a:r>
            <a:r>
              <a:rPr b="0" i="0" lang="de-CH" sz="2400" u="none" cap="none" strike="noStrike">
                <a:solidFill>
                  <a:schemeClr val="dk1"/>
                </a:solidFill>
                <a:latin typeface="Calibri"/>
                <a:ea typeface="Calibri"/>
                <a:cs typeface="Calibri"/>
                <a:sym typeface="Calibri"/>
              </a:rPr>
              <a:t> - define elements within a document using tags</a:t>
            </a:r>
            <a:endParaRPr b="0" i="0" sz="2400" u="none" cap="none" strike="noStrike">
              <a:solidFill>
                <a:schemeClr val="dk1"/>
              </a:solidFill>
              <a:latin typeface="Calibri"/>
              <a:ea typeface="Calibri"/>
              <a:cs typeface="Calibri"/>
              <a:sym typeface="Calibri"/>
            </a:endParaRPr>
          </a:p>
        </p:txBody>
      </p:sp>
      <p:pic>
        <p:nvPicPr>
          <p:cNvPr descr="Markup language - Wikipedia" id="112" name="Google Shape;112;p2"/>
          <p:cNvPicPr preferRelativeResize="0"/>
          <p:nvPr/>
        </p:nvPicPr>
        <p:blipFill rotWithShape="1">
          <a:blip r:embed="rId4">
            <a:alphaModFix/>
          </a:blip>
          <a:srcRect b="0" l="0" r="0" t="0"/>
          <a:stretch/>
        </p:blipFill>
        <p:spPr>
          <a:xfrm>
            <a:off x="6287704" y="3806509"/>
            <a:ext cx="4448753" cy="305149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3"/>
          <p:cNvSpPr txBox="1"/>
          <p:nvPr>
            <p:ph idx="1" type="body"/>
          </p:nvPr>
        </p:nvSpPr>
        <p:spPr>
          <a:xfrm>
            <a:off x="581193" y="1828800"/>
            <a:ext cx="8867608" cy="4797287"/>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chemeClr val="dk1"/>
              </a:buClr>
              <a:buSzPts val="2400"/>
              <a:buChar char="•"/>
            </a:pPr>
            <a:r>
              <a:rPr lang="de-CH" sz="2400"/>
              <a:t>Elements are defined by tags (markers)</a:t>
            </a:r>
            <a:endParaRPr/>
          </a:p>
          <a:p>
            <a:pPr indent="-228600" lvl="1" marL="685800" rtl="0" algn="l">
              <a:lnSpc>
                <a:spcPct val="100000"/>
              </a:lnSpc>
              <a:spcBef>
                <a:spcPts val="500"/>
              </a:spcBef>
              <a:spcAft>
                <a:spcPts val="0"/>
              </a:spcAft>
              <a:buClr>
                <a:schemeClr val="dk1"/>
              </a:buClr>
              <a:buSzPts val="2400"/>
              <a:buChar char="•"/>
            </a:pPr>
            <a:r>
              <a:rPr lang="de-CH"/>
              <a:t>Tag format:</a:t>
            </a:r>
            <a:endParaRPr/>
          </a:p>
          <a:p>
            <a:pPr indent="-228600" lvl="2" marL="1143000" rtl="0" algn="l">
              <a:lnSpc>
                <a:spcPct val="100000"/>
              </a:lnSpc>
              <a:spcBef>
                <a:spcPts val="500"/>
              </a:spcBef>
              <a:spcAft>
                <a:spcPts val="0"/>
              </a:spcAft>
              <a:buClr>
                <a:schemeClr val="dk1"/>
              </a:buClr>
              <a:buSzPts val="2400"/>
              <a:buChar char="•"/>
            </a:pPr>
            <a:r>
              <a:rPr lang="de-CH" sz="2400"/>
              <a:t>Opening tag: </a:t>
            </a:r>
            <a:r>
              <a:rPr b="1" lang="de-CH" sz="2400"/>
              <a:t>&lt;tag_name&gt;</a:t>
            </a:r>
            <a:endParaRPr b="1" sz="2400"/>
          </a:p>
          <a:p>
            <a:pPr indent="-228600" lvl="2" marL="1143000" rtl="0" algn="l">
              <a:lnSpc>
                <a:spcPct val="100000"/>
              </a:lnSpc>
              <a:spcBef>
                <a:spcPts val="500"/>
              </a:spcBef>
              <a:spcAft>
                <a:spcPts val="0"/>
              </a:spcAft>
              <a:buClr>
                <a:schemeClr val="dk1"/>
              </a:buClr>
              <a:buSzPts val="2400"/>
              <a:buChar char="•"/>
            </a:pPr>
            <a:r>
              <a:rPr lang="de-CH" sz="2400"/>
              <a:t>Closing tag: </a:t>
            </a:r>
            <a:r>
              <a:rPr b="1" lang="de-CH" sz="2400"/>
              <a:t>&lt;/tag_name&gt;</a:t>
            </a:r>
            <a:endParaRPr/>
          </a:p>
          <a:p>
            <a:pPr indent="-228600" lvl="2" marL="1143000" rtl="0" algn="l">
              <a:lnSpc>
                <a:spcPct val="100000"/>
              </a:lnSpc>
              <a:spcBef>
                <a:spcPts val="500"/>
              </a:spcBef>
              <a:spcAft>
                <a:spcPts val="0"/>
              </a:spcAft>
              <a:buClr>
                <a:schemeClr val="dk1"/>
              </a:buClr>
              <a:buSzPts val="2400"/>
              <a:buNone/>
            </a:pPr>
            <a:r>
              <a:rPr lang="de-CH" sz="2400"/>
              <a:t>Syntax:</a:t>
            </a:r>
            <a:endParaRPr/>
          </a:p>
          <a:p>
            <a:pPr indent="-228600" lvl="2" marL="1143000" rtl="0" algn="l">
              <a:lnSpc>
                <a:spcPct val="100000"/>
              </a:lnSpc>
              <a:spcBef>
                <a:spcPts val="500"/>
              </a:spcBef>
              <a:spcAft>
                <a:spcPts val="0"/>
              </a:spcAft>
              <a:buClr>
                <a:schemeClr val="dk1"/>
              </a:buClr>
              <a:buSzPts val="2400"/>
              <a:buNone/>
            </a:pPr>
            <a:r>
              <a:rPr lang="de-CH" sz="2400"/>
              <a:t>		</a:t>
            </a:r>
            <a:r>
              <a:rPr b="1" lang="de-CH" sz="2400"/>
              <a:t>&lt;tag_name&gt;</a:t>
            </a:r>
            <a:endParaRPr/>
          </a:p>
          <a:p>
            <a:pPr indent="-228600" lvl="2" marL="1143000" rtl="0" algn="l">
              <a:lnSpc>
                <a:spcPct val="100000"/>
              </a:lnSpc>
              <a:spcBef>
                <a:spcPts val="500"/>
              </a:spcBef>
              <a:spcAft>
                <a:spcPts val="0"/>
              </a:spcAft>
              <a:buClr>
                <a:schemeClr val="dk1"/>
              </a:buClr>
              <a:buSzPts val="2400"/>
              <a:buNone/>
            </a:pPr>
            <a:r>
              <a:rPr b="1" lang="de-CH" sz="2400"/>
              <a:t>			Content…</a:t>
            </a:r>
            <a:endParaRPr/>
          </a:p>
          <a:p>
            <a:pPr indent="-228600" lvl="2" marL="1143000" rtl="0" algn="l">
              <a:lnSpc>
                <a:spcPct val="100000"/>
              </a:lnSpc>
              <a:spcBef>
                <a:spcPts val="500"/>
              </a:spcBef>
              <a:spcAft>
                <a:spcPts val="0"/>
              </a:spcAft>
              <a:buClr>
                <a:schemeClr val="dk1"/>
              </a:buClr>
              <a:buSzPts val="2400"/>
              <a:buNone/>
            </a:pPr>
            <a:r>
              <a:rPr b="1" lang="de-CH" sz="2400"/>
              <a:t>		&lt;/tag_name&gt;</a:t>
            </a:r>
            <a:endParaRPr b="1" sz="2400"/>
          </a:p>
          <a:p>
            <a:pPr indent="-228600" lvl="0" marL="228600" rtl="0" algn="l">
              <a:lnSpc>
                <a:spcPct val="100000"/>
              </a:lnSpc>
              <a:spcBef>
                <a:spcPts val="480"/>
              </a:spcBef>
              <a:spcAft>
                <a:spcPts val="0"/>
              </a:spcAft>
              <a:buClr>
                <a:schemeClr val="dk1"/>
              </a:buClr>
              <a:buSzPts val="2400"/>
              <a:buChar char="•"/>
            </a:pPr>
            <a:r>
              <a:rPr b="0" lang="de-CH" sz="2400"/>
              <a:t>Not all tags have content</a:t>
            </a:r>
            <a:endParaRPr/>
          </a:p>
          <a:p>
            <a:pPr indent="-228600" lvl="1" marL="685800" rtl="0" algn="l">
              <a:lnSpc>
                <a:spcPct val="100000"/>
              </a:lnSpc>
              <a:spcBef>
                <a:spcPts val="480"/>
              </a:spcBef>
              <a:spcAft>
                <a:spcPts val="0"/>
              </a:spcAft>
              <a:buClr>
                <a:schemeClr val="dk1"/>
              </a:buClr>
              <a:buSzPts val="2400"/>
              <a:buChar char="•"/>
            </a:pPr>
            <a:r>
              <a:rPr b="0" lang="de-CH"/>
              <a:t>If a tag has no content, its form is </a:t>
            </a:r>
            <a:r>
              <a:rPr b="1" lang="de-CH"/>
              <a:t>&lt;tag_name … /&gt;</a:t>
            </a:r>
            <a:endParaRPr b="1"/>
          </a:p>
          <a:p>
            <a:pPr indent="-228600" lvl="0" marL="228600" rtl="0" algn="l">
              <a:lnSpc>
                <a:spcPct val="100000"/>
              </a:lnSpc>
              <a:spcBef>
                <a:spcPts val="480"/>
              </a:spcBef>
              <a:spcAft>
                <a:spcPts val="0"/>
              </a:spcAft>
              <a:buClr>
                <a:schemeClr val="dk1"/>
              </a:buClr>
              <a:buSzPts val="2400"/>
              <a:buChar char="•"/>
            </a:pPr>
            <a:r>
              <a:rPr b="0" lang="de-CH" sz="2400"/>
              <a:t>The container and its content together are called an </a:t>
            </a:r>
            <a:r>
              <a:rPr b="0" i="1" lang="de-CH" sz="2400"/>
              <a:t>element</a:t>
            </a:r>
            <a:endParaRPr b="0" i="1" sz="2400"/>
          </a:p>
        </p:txBody>
      </p:sp>
      <p:sp>
        <p:nvSpPr>
          <p:cNvPr id="118" name="Google Shape;118;p3"/>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de-CH" sz="2400" u="none" cap="none" strike="noStrike">
                <a:solidFill>
                  <a:srgbClr val="C55A11"/>
                </a:solidFill>
                <a:latin typeface="Calibri"/>
                <a:ea typeface="Calibri"/>
                <a:cs typeface="Calibri"/>
                <a:sym typeface="Calibri"/>
              </a:rPr>
              <a:t>Basic Syntax</a:t>
            </a:r>
            <a:endParaRPr b="0" i="0" sz="1400" u="none" cap="none" strike="noStrike">
              <a:solidFill>
                <a:srgbClr val="000000"/>
              </a:solidFill>
              <a:latin typeface="Arial"/>
              <a:ea typeface="Arial"/>
              <a:cs typeface="Arial"/>
              <a:sym typeface="Arial"/>
            </a:endParaRPr>
          </a:p>
        </p:txBody>
      </p:sp>
      <p:cxnSp>
        <p:nvCxnSpPr>
          <p:cNvPr id="119" name="Google Shape;119;p3"/>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120" name="Google Shape;120;p3"/>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de-CH" sz="2400" u="none" cap="none" strike="noStrike">
                <a:solidFill>
                  <a:srgbClr val="2F5496"/>
                </a:solidFill>
                <a:latin typeface="Calibri"/>
                <a:ea typeface="Calibri"/>
                <a:cs typeface="Calibri"/>
                <a:sym typeface="Calibri"/>
              </a:rPr>
              <a:t>HTML – Basic Markups</a:t>
            </a:r>
            <a:endParaRPr b="1" i="0" sz="2400" u="none" cap="none" strike="noStrike">
              <a:solidFill>
                <a:srgbClr val="2F5496"/>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4"/>
          <p:cNvSpPr txBox="1"/>
          <p:nvPr>
            <p:ph idx="1" type="body"/>
          </p:nvPr>
        </p:nvSpPr>
        <p:spPr>
          <a:xfrm>
            <a:off x="483537" y="1777646"/>
            <a:ext cx="11029615" cy="880756"/>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90000"/>
              </a:lnSpc>
              <a:spcBef>
                <a:spcPts val="0"/>
              </a:spcBef>
              <a:spcAft>
                <a:spcPts val="0"/>
              </a:spcAft>
              <a:buClr>
                <a:schemeClr val="dk1"/>
              </a:buClr>
              <a:buSzPct val="100000"/>
              <a:buChar char="•"/>
            </a:pPr>
            <a:r>
              <a:rPr lang="de-CH"/>
              <a:t>An HTML comment begins with </a:t>
            </a:r>
            <a:r>
              <a:rPr b="1" lang="de-CH">
                <a:latin typeface="Arial Narrow"/>
                <a:ea typeface="Arial Narrow"/>
                <a:cs typeface="Arial Narrow"/>
                <a:sym typeface="Arial Narrow"/>
              </a:rPr>
              <a:t>&lt;! – – </a:t>
            </a:r>
            <a:r>
              <a:rPr lang="de-CH"/>
              <a:t>and the comment closes with </a:t>
            </a:r>
            <a:r>
              <a:rPr b="1" lang="de-CH">
                <a:latin typeface="Arial"/>
                <a:ea typeface="Arial"/>
                <a:cs typeface="Arial"/>
                <a:sym typeface="Arial"/>
              </a:rPr>
              <a:t>– –&gt;</a:t>
            </a:r>
            <a:r>
              <a:rPr lang="de-CH">
                <a:latin typeface="Arial"/>
                <a:ea typeface="Arial"/>
                <a:cs typeface="Arial"/>
                <a:sym typeface="Arial"/>
              </a:rPr>
              <a:t>. </a:t>
            </a:r>
            <a:endParaRPr>
              <a:latin typeface="Arial"/>
              <a:ea typeface="Arial"/>
              <a:cs typeface="Arial"/>
              <a:sym typeface="Arial"/>
            </a:endParaRPr>
          </a:p>
          <a:p>
            <a:pPr indent="-228600" lvl="0" marL="228600" rtl="0" algn="l">
              <a:lnSpc>
                <a:spcPct val="90000"/>
              </a:lnSpc>
              <a:spcBef>
                <a:spcPts val="1000"/>
              </a:spcBef>
              <a:spcAft>
                <a:spcPts val="0"/>
              </a:spcAft>
              <a:buClr>
                <a:schemeClr val="dk1"/>
              </a:buClr>
              <a:buSzPct val="100000"/>
              <a:buChar char="•"/>
            </a:pPr>
            <a:r>
              <a:rPr lang="de-CH"/>
              <a:t>HTML comments are visible to anyone that views the page source code, but are not rendered when the HTML document is rendered by a browser.</a:t>
            </a:r>
            <a:endParaRPr/>
          </a:p>
          <a:p>
            <a:pPr indent="-104140" lvl="0" marL="228600" rtl="0" algn="l">
              <a:lnSpc>
                <a:spcPct val="90000"/>
              </a:lnSpc>
              <a:spcBef>
                <a:spcPts val="1000"/>
              </a:spcBef>
              <a:spcAft>
                <a:spcPts val="0"/>
              </a:spcAft>
              <a:buClr>
                <a:schemeClr val="dk1"/>
              </a:buClr>
              <a:buSzPct val="100000"/>
              <a:buNone/>
            </a:pPr>
            <a:r>
              <a:t/>
            </a:r>
            <a:endParaRPr/>
          </a:p>
        </p:txBody>
      </p:sp>
      <p:pic>
        <p:nvPicPr>
          <p:cNvPr id="126" name="Google Shape;126;p4"/>
          <p:cNvPicPr preferRelativeResize="0"/>
          <p:nvPr/>
        </p:nvPicPr>
        <p:blipFill rotWithShape="1">
          <a:blip r:embed="rId3">
            <a:alphaModFix/>
          </a:blip>
          <a:srcRect b="0" l="0" r="0" t="0"/>
          <a:stretch/>
        </p:blipFill>
        <p:spPr>
          <a:xfrm>
            <a:off x="1705164" y="2642235"/>
            <a:ext cx="7172325" cy="4124325"/>
          </a:xfrm>
          <a:prstGeom prst="rect">
            <a:avLst/>
          </a:prstGeom>
          <a:noFill/>
          <a:ln>
            <a:noFill/>
          </a:ln>
        </p:spPr>
      </p:pic>
      <p:sp>
        <p:nvSpPr>
          <p:cNvPr id="127" name="Google Shape;127;p4"/>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de-CH" sz="2400" u="none" cap="none" strike="noStrike">
                <a:solidFill>
                  <a:srgbClr val="C55A11"/>
                </a:solidFill>
                <a:latin typeface="Calibri"/>
                <a:ea typeface="Calibri"/>
                <a:cs typeface="Calibri"/>
                <a:sym typeface="Calibri"/>
              </a:rPr>
              <a:t>Comments</a:t>
            </a:r>
            <a:endParaRPr b="0" i="0" sz="1400" u="none" cap="none" strike="noStrike">
              <a:solidFill>
                <a:srgbClr val="000000"/>
              </a:solidFill>
              <a:latin typeface="Arial"/>
              <a:ea typeface="Arial"/>
              <a:cs typeface="Arial"/>
              <a:sym typeface="Arial"/>
            </a:endParaRPr>
          </a:p>
        </p:txBody>
      </p:sp>
      <p:cxnSp>
        <p:nvCxnSpPr>
          <p:cNvPr id="128" name="Google Shape;128;p4"/>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129" name="Google Shape;129;p4"/>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de-CH" sz="2400" u="none" cap="none" strike="noStrike">
                <a:solidFill>
                  <a:srgbClr val="2F5496"/>
                </a:solidFill>
                <a:latin typeface="Calibri"/>
                <a:ea typeface="Calibri"/>
                <a:cs typeface="Calibri"/>
                <a:sym typeface="Calibri"/>
              </a:rPr>
              <a:t>HTML – Basic Markups</a:t>
            </a:r>
            <a:endParaRPr b="1" i="0" sz="2400" u="none" cap="none" strike="noStrike">
              <a:solidFill>
                <a:srgbClr val="2F5496"/>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5425" lvl="0" marL="225425" rtl="0" algn="l">
              <a:lnSpc>
                <a:spcPct val="110000"/>
              </a:lnSpc>
              <a:spcBef>
                <a:spcPts val="0"/>
              </a:spcBef>
              <a:spcAft>
                <a:spcPts val="0"/>
              </a:spcAft>
              <a:buClr>
                <a:schemeClr val="dk1"/>
              </a:buClr>
              <a:buSzPts val="2400"/>
              <a:buNone/>
            </a:pPr>
            <a:r>
              <a:rPr lang="de-CH" sz="2400"/>
              <a:t>&lt;html&gt;</a:t>
            </a:r>
            <a:endParaRPr/>
          </a:p>
          <a:p>
            <a:pPr indent="-225425" lvl="0" marL="225425" rtl="0" algn="l">
              <a:lnSpc>
                <a:spcPct val="110000"/>
              </a:lnSpc>
              <a:spcBef>
                <a:spcPts val="1000"/>
              </a:spcBef>
              <a:spcAft>
                <a:spcPts val="0"/>
              </a:spcAft>
              <a:buClr>
                <a:schemeClr val="dk1"/>
              </a:buClr>
              <a:buSzPts val="2400"/>
              <a:buNone/>
            </a:pPr>
            <a:r>
              <a:rPr lang="de-CH" sz="2400"/>
              <a:t>	&lt;head&gt;</a:t>
            </a:r>
            <a:endParaRPr/>
          </a:p>
          <a:p>
            <a:pPr indent="-225425" lvl="0" marL="225425" rtl="0" algn="l">
              <a:lnSpc>
                <a:spcPct val="110000"/>
              </a:lnSpc>
              <a:spcBef>
                <a:spcPts val="1000"/>
              </a:spcBef>
              <a:spcAft>
                <a:spcPts val="0"/>
              </a:spcAft>
              <a:buClr>
                <a:schemeClr val="dk1"/>
              </a:buClr>
              <a:buSzPts val="2400"/>
              <a:buNone/>
            </a:pPr>
            <a:r>
              <a:rPr lang="de-CH" sz="2400"/>
              <a:t>		&lt;title&gt;… &lt;/title&gt;</a:t>
            </a:r>
            <a:endParaRPr/>
          </a:p>
          <a:p>
            <a:pPr indent="-225425" lvl="0" marL="225425" rtl="0" algn="l">
              <a:lnSpc>
                <a:spcPct val="110000"/>
              </a:lnSpc>
              <a:spcBef>
                <a:spcPts val="1000"/>
              </a:spcBef>
              <a:spcAft>
                <a:spcPts val="0"/>
              </a:spcAft>
              <a:buClr>
                <a:schemeClr val="dk1"/>
              </a:buClr>
              <a:buSzPts val="2400"/>
              <a:buNone/>
            </a:pPr>
            <a:r>
              <a:rPr lang="de-CH" sz="2400"/>
              <a:t>	&lt;/head&gt;</a:t>
            </a:r>
            <a:endParaRPr/>
          </a:p>
          <a:p>
            <a:pPr indent="-225425" lvl="0" marL="225425" rtl="0" algn="l">
              <a:lnSpc>
                <a:spcPct val="110000"/>
              </a:lnSpc>
              <a:spcBef>
                <a:spcPts val="1000"/>
              </a:spcBef>
              <a:spcAft>
                <a:spcPts val="0"/>
              </a:spcAft>
              <a:buClr>
                <a:schemeClr val="dk1"/>
              </a:buClr>
              <a:buSzPts val="2400"/>
              <a:buNone/>
            </a:pPr>
            <a:r>
              <a:rPr lang="de-CH" sz="2400"/>
              <a:t>	&lt;body&gt;</a:t>
            </a:r>
            <a:endParaRPr/>
          </a:p>
          <a:p>
            <a:pPr indent="-225425" lvl="0" marL="225425" rtl="0" algn="l">
              <a:lnSpc>
                <a:spcPct val="110000"/>
              </a:lnSpc>
              <a:spcBef>
                <a:spcPts val="1000"/>
              </a:spcBef>
              <a:spcAft>
                <a:spcPts val="0"/>
              </a:spcAft>
              <a:buClr>
                <a:schemeClr val="dk1"/>
              </a:buClr>
              <a:buSzPts val="2400"/>
              <a:buNone/>
            </a:pPr>
            <a:r>
              <a:rPr lang="de-CH" sz="2400"/>
              <a:t>		…</a:t>
            </a:r>
            <a:endParaRPr/>
          </a:p>
          <a:p>
            <a:pPr indent="-225425" lvl="0" marL="225425" rtl="0" algn="l">
              <a:lnSpc>
                <a:spcPct val="110000"/>
              </a:lnSpc>
              <a:spcBef>
                <a:spcPts val="1000"/>
              </a:spcBef>
              <a:spcAft>
                <a:spcPts val="0"/>
              </a:spcAft>
              <a:buClr>
                <a:schemeClr val="dk1"/>
              </a:buClr>
              <a:buSzPts val="2400"/>
              <a:buNone/>
            </a:pPr>
            <a:r>
              <a:rPr lang="de-CH" sz="2400"/>
              <a:t>	&lt;/body&gt;</a:t>
            </a:r>
            <a:endParaRPr/>
          </a:p>
          <a:p>
            <a:pPr indent="-225425" lvl="0" marL="225425" rtl="0" algn="l">
              <a:lnSpc>
                <a:spcPct val="110000"/>
              </a:lnSpc>
              <a:spcBef>
                <a:spcPts val="1000"/>
              </a:spcBef>
              <a:spcAft>
                <a:spcPts val="0"/>
              </a:spcAft>
              <a:buClr>
                <a:schemeClr val="dk1"/>
              </a:buClr>
              <a:buSzPts val="2400"/>
              <a:buNone/>
            </a:pPr>
            <a:r>
              <a:rPr lang="de-CH" sz="2400"/>
              <a:t>&lt;/html&gt;</a:t>
            </a:r>
            <a:endParaRPr sz="2400"/>
          </a:p>
        </p:txBody>
      </p:sp>
      <p:sp>
        <p:nvSpPr>
          <p:cNvPr id="135" name="Google Shape;135;p5"/>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de-CH" sz="2400" u="none" cap="none" strike="noStrike">
                <a:solidFill>
                  <a:srgbClr val="C55A11"/>
                </a:solidFill>
                <a:latin typeface="Calibri"/>
                <a:ea typeface="Calibri"/>
                <a:cs typeface="Calibri"/>
                <a:sym typeface="Calibri"/>
              </a:rPr>
              <a:t>Document Structure</a:t>
            </a:r>
            <a:endParaRPr b="0" i="0" sz="1400" u="none" cap="none" strike="noStrike">
              <a:solidFill>
                <a:srgbClr val="000000"/>
              </a:solidFill>
              <a:latin typeface="Arial"/>
              <a:ea typeface="Arial"/>
              <a:cs typeface="Arial"/>
              <a:sym typeface="Arial"/>
            </a:endParaRPr>
          </a:p>
        </p:txBody>
      </p:sp>
      <p:cxnSp>
        <p:nvCxnSpPr>
          <p:cNvPr id="136" name="Google Shape;136;p5"/>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137" name="Google Shape;137;p5"/>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de-CH" sz="2400" u="none" cap="none" strike="noStrike">
                <a:solidFill>
                  <a:srgbClr val="2F5496"/>
                </a:solidFill>
                <a:latin typeface="Calibri"/>
                <a:ea typeface="Calibri"/>
                <a:cs typeface="Calibri"/>
                <a:sym typeface="Calibri"/>
              </a:rPr>
              <a:t>HTML – Basic Markups</a:t>
            </a:r>
            <a:endParaRPr b="1" i="0" sz="2400" u="none" cap="none" strike="noStrike">
              <a:solidFill>
                <a:srgbClr val="2F5496"/>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39"/>
          <p:cNvSpPr txBox="1"/>
          <p:nvPr>
            <p:ph idx="1" type="body"/>
          </p:nvPr>
        </p:nvSpPr>
        <p:spPr>
          <a:xfrm>
            <a:off x="371880" y="1316458"/>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Clr>
                <a:schemeClr val="dk1"/>
              </a:buClr>
              <a:buSzPts val="2400"/>
              <a:buNone/>
            </a:pPr>
            <a:r>
              <a:rPr lang="de-CH"/>
              <a:t>The following elements are part of every web page.</a:t>
            </a:r>
            <a:endParaRPr/>
          </a:p>
          <a:p>
            <a:pPr indent="-73025" lvl="0" marL="225425" rtl="0" algn="l">
              <a:lnSpc>
                <a:spcPct val="110000"/>
              </a:lnSpc>
              <a:spcBef>
                <a:spcPts val="0"/>
              </a:spcBef>
              <a:spcAft>
                <a:spcPts val="0"/>
              </a:spcAft>
              <a:buClr>
                <a:schemeClr val="dk1"/>
              </a:buClr>
              <a:buSzPts val="2400"/>
              <a:buNone/>
            </a:pPr>
            <a:r>
              <a:t/>
            </a:r>
            <a:endParaRPr/>
          </a:p>
        </p:txBody>
      </p:sp>
      <p:sp>
        <p:nvSpPr>
          <p:cNvPr id="143" name="Google Shape;143;p39"/>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de-CH" sz="2400" u="none" cap="none" strike="noStrike">
                <a:solidFill>
                  <a:srgbClr val="C55A11"/>
                </a:solidFill>
                <a:latin typeface="Calibri"/>
                <a:ea typeface="Calibri"/>
                <a:cs typeface="Calibri"/>
                <a:sym typeface="Calibri"/>
              </a:rPr>
              <a:t>Document Structure Elements</a:t>
            </a:r>
            <a:endParaRPr b="0" i="0" sz="1400" u="none" cap="none" strike="noStrike">
              <a:solidFill>
                <a:srgbClr val="000000"/>
              </a:solidFill>
              <a:latin typeface="Arial"/>
              <a:ea typeface="Arial"/>
              <a:cs typeface="Arial"/>
              <a:sym typeface="Arial"/>
            </a:endParaRPr>
          </a:p>
        </p:txBody>
      </p:sp>
      <p:cxnSp>
        <p:nvCxnSpPr>
          <p:cNvPr id="144" name="Google Shape;144;p39"/>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145" name="Google Shape;145;p39"/>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de-CH" sz="2400" u="none" cap="none" strike="noStrike">
                <a:solidFill>
                  <a:srgbClr val="2F5496"/>
                </a:solidFill>
                <a:latin typeface="Calibri"/>
                <a:ea typeface="Calibri"/>
                <a:cs typeface="Calibri"/>
                <a:sym typeface="Calibri"/>
              </a:rPr>
              <a:t>HTML – Basic Markups</a:t>
            </a:r>
            <a:endParaRPr b="1" i="0" sz="2400" u="none" cap="none" strike="noStrike">
              <a:solidFill>
                <a:srgbClr val="2F5496"/>
              </a:solidFill>
              <a:latin typeface="Calibri"/>
              <a:ea typeface="Calibri"/>
              <a:cs typeface="Calibri"/>
              <a:sym typeface="Calibri"/>
            </a:endParaRPr>
          </a:p>
        </p:txBody>
      </p:sp>
      <p:graphicFrame>
        <p:nvGraphicFramePr>
          <p:cNvPr id="146" name="Google Shape;146;p39"/>
          <p:cNvGraphicFramePr/>
          <p:nvPr/>
        </p:nvGraphicFramePr>
        <p:xfrm>
          <a:off x="393110" y="1918103"/>
          <a:ext cx="3000000" cy="3000000"/>
        </p:xfrm>
        <a:graphic>
          <a:graphicData uri="http://schemas.openxmlformats.org/drawingml/2006/table">
            <a:tbl>
              <a:tblPr bandRow="1" firstRow="1">
                <a:noFill/>
                <a:tableStyleId>{79D5D7DB-F417-40FA-90E4-F048AE39E82D}</a:tableStyleId>
              </a:tblPr>
              <a:tblGrid>
                <a:gridCol w="4551300"/>
                <a:gridCol w="4551300"/>
              </a:tblGrid>
              <a:tr h="437550">
                <a:tc>
                  <a:txBody>
                    <a:bodyPr/>
                    <a:lstStyle/>
                    <a:p>
                      <a:pPr indent="0" lvl="0" marL="0" marR="0" rtl="0" algn="l">
                        <a:lnSpc>
                          <a:spcPct val="100000"/>
                        </a:lnSpc>
                        <a:spcBef>
                          <a:spcPts val="0"/>
                        </a:spcBef>
                        <a:spcAft>
                          <a:spcPts val="0"/>
                        </a:spcAft>
                        <a:buClr>
                          <a:srgbClr val="000000"/>
                        </a:buClr>
                        <a:buSzPts val="2400"/>
                        <a:buFont typeface="Arial"/>
                        <a:buNone/>
                      </a:pPr>
                      <a:r>
                        <a:rPr lang="de-CH" sz="2400" u="none" cap="none" strike="noStrike">
                          <a:latin typeface="Calibri"/>
                          <a:ea typeface="Calibri"/>
                          <a:cs typeface="Calibri"/>
                          <a:sym typeface="Calibri"/>
                        </a:rPr>
                        <a:t>Element</a:t>
                      </a:r>
                      <a:endParaRPr sz="2400" u="none" cap="none" strike="noStrike">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2400"/>
                        <a:buFont typeface="Arial"/>
                        <a:buNone/>
                      </a:pPr>
                      <a:r>
                        <a:rPr lang="de-CH" sz="2400" u="none" cap="none" strike="noStrike">
                          <a:latin typeface="Calibri"/>
                          <a:ea typeface="Calibri"/>
                          <a:cs typeface="Calibri"/>
                          <a:sym typeface="Calibri"/>
                        </a:rPr>
                        <a:t>Description</a:t>
                      </a:r>
                      <a:endParaRPr sz="2400" u="none" cap="none" strike="noStrike">
                        <a:latin typeface="Calibri"/>
                        <a:ea typeface="Calibri"/>
                        <a:cs typeface="Calibri"/>
                        <a:sym typeface="Calibri"/>
                      </a:endParaRPr>
                    </a:p>
                  </a:txBody>
                  <a:tcPr marT="45725" marB="45725" marR="91450" marL="91450"/>
                </a:tc>
              </a:tr>
              <a:tr h="437550">
                <a:tc>
                  <a:txBody>
                    <a:bodyPr/>
                    <a:lstStyle/>
                    <a:p>
                      <a:pPr indent="0" lvl="0" marL="0" marR="0" rtl="0" algn="l">
                        <a:lnSpc>
                          <a:spcPct val="100000"/>
                        </a:lnSpc>
                        <a:spcBef>
                          <a:spcPts val="0"/>
                        </a:spcBef>
                        <a:spcAft>
                          <a:spcPts val="0"/>
                        </a:spcAft>
                        <a:buClr>
                          <a:srgbClr val="000000"/>
                        </a:buClr>
                        <a:buSzPts val="2400"/>
                        <a:buFont typeface="Arial"/>
                        <a:buNone/>
                      </a:pPr>
                      <a:r>
                        <a:rPr lang="de-CH" sz="2400" u="none" cap="none" strike="noStrike">
                          <a:latin typeface="Calibri"/>
                          <a:ea typeface="Calibri"/>
                          <a:cs typeface="Calibri"/>
                          <a:sym typeface="Calibri"/>
                        </a:rPr>
                        <a:t>&lt;html&gt;&lt;/html&gt;</a:t>
                      </a:r>
                      <a:endParaRPr sz="2400" u="none" cap="none" strike="noStrike">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2400"/>
                        <a:buFont typeface="Arial"/>
                        <a:buNone/>
                      </a:pPr>
                      <a:r>
                        <a:rPr lang="de-CH" sz="2400" u="none" cap="none" strike="noStrike">
                          <a:latin typeface="Calibri"/>
                          <a:ea typeface="Calibri"/>
                          <a:cs typeface="Calibri"/>
                          <a:sym typeface="Calibri"/>
                        </a:rPr>
                        <a:t>Surrounds the entire page</a:t>
                      </a:r>
                      <a:endParaRPr sz="2400" u="none" cap="none" strike="noStrike">
                        <a:latin typeface="Calibri"/>
                        <a:ea typeface="Calibri"/>
                        <a:cs typeface="Calibri"/>
                        <a:sym typeface="Calibri"/>
                      </a:endParaRPr>
                    </a:p>
                  </a:txBody>
                  <a:tcPr marT="45725" marB="45725" marR="91450" marL="91450"/>
                </a:tc>
              </a:tr>
              <a:tr h="1137625">
                <a:tc>
                  <a:txBody>
                    <a:bodyPr/>
                    <a:lstStyle/>
                    <a:p>
                      <a:pPr indent="0" lvl="0" marL="0" marR="0" rtl="0" algn="l">
                        <a:lnSpc>
                          <a:spcPct val="100000"/>
                        </a:lnSpc>
                        <a:spcBef>
                          <a:spcPts val="0"/>
                        </a:spcBef>
                        <a:spcAft>
                          <a:spcPts val="0"/>
                        </a:spcAft>
                        <a:buClr>
                          <a:srgbClr val="000000"/>
                        </a:buClr>
                        <a:buSzPts val="2400"/>
                        <a:buFont typeface="Arial"/>
                        <a:buNone/>
                      </a:pPr>
                      <a:r>
                        <a:rPr lang="de-CH" sz="2400" u="none" cap="none" strike="noStrike">
                          <a:latin typeface="Calibri"/>
                          <a:ea typeface="Calibri"/>
                          <a:cs typeface="Calibri"/>
                          <a:sym typeface="Calibri"/>
                        </a:rPr>
                        <a:t>&lt;head&gt;&lt;/head&gt;</a:t>
                      </a:r>
                      <a:endParaRPr sz="2400" u="none" cap="none" strike="noStrike">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2400"/>
                        <a:buFont typeface="Arial"/>
                        <a:buNone/>
                      </a:pPr>
                      <a:r>
                        <a:rPr lang="de-CH" sz="2400" u="none" cap="none" strike="noStrike">
                          <a:latin typeface="Calibri"/>
                          <a:ea typeface="Calibri"/>
                          <a:cs typeface="Calibri"/>
                          <a:sym typeface="Calibri"/>
                        </a:rPr>
                        <a:t>Contains header information (metadata, CSS styles, JavaScript code)</a:t>
                      </a:r>
                      <a:endParaRPr sz="2400" u="none" cap="none" strike="noStrike">
                        <a:latin typeface="Calibri"/>
                        <a:ea typeface="Calibri"/>
                        <a:cs typeface="Calibri"/>
                        <a:sym typeface="Calibri"/>
                      </a:endParaRPr>
                    </a:p>
                  </a:txBody>
                  <a:tcPr marT="45725" marB="45725" marR="91450" marL="91450"/>
                </a:tc>
              </a:tr>
              <a:tr h="1137625">
                <a:tc>
                  <a:txBody>
                    <a:bodyPr/>
                    <a:lstStyle/>
                    <a:p>
                      <a:pPr indent="0" lvl="0" marL="0" marR="0" rtl="0" algn="l">
                        <a:lnSpc>
                          <a:spcPct val="100000"/>
                        </a:lnSpc>
                        <a:spcBef>
                          <a:spcPts val="0"/>
                        </a:spcBef>
                        <a:spcAft>
                          <a:spcPts val="0"/>
                        </a:spcAft>
                        <a:buClr>
                          <a:srgbClr val="000000"/>
                        </a:buClr>
                        <a:buSzPts val="2400"/>
                        <a:buFont typeface="Arial"/>
                        <a:buNone/>
                      </a:pPr>
                      <a:r>
                        <a:rPr lang="de-CH" sz="2400" u="none" cap="none" strike="noStrike">
                          <a:latin typeface="Calibri"/>
                          <a:ea typeface="Calibri"/>
                          <a:cs typeface="Calibri"/>
                          <a:sym typeface="Calibri"/>
                        </a:rPr>
                        <a:t>&lt;title&gt;&lt;/title&gt;</a:t>
                      </a:r>
                      <a:endParaRPr sz="2400" u="none" cap="none" strike="noStrike">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2400"/>
                        <a:buFont typeface="Arial"/>
                        <a:buNone/>
                      </a:pPr>
                      <a:r>
                        <a:rPr lang="de-CH" sz="2400" u="none" cap="none" strike="noStrike">
                          <a:latin typeface="Calibri"/>
                          <a:ea typeface="Calibri"/>
                          <a:cs typeface="Calibri"/>
                          <a:sym typeface="Calibri"/>
                        </a:rPr>
                        <a:t>Holds the page title normally displayed in the title bar and used in search results</a:t>
                      </a:r>
                      <a:endParaRPr sz="2400" u="none" cap="none" strike="noStrike">
                        <a:latin typeface="Calibri"/>
                        <a:ea typeface="Calibri"/>
                        <a:cs typeface="Calibri"/>
                        <a:sym typeface="Calibri"/>
                      </a:endParaRPr>
                    </a:p>
                  </a:txBody>
                  <a:tcPr marT="45725" marB="45725" marR="91450" marL="91450"/>
                </a:tc>
              </a:tr>
              <a:tr h="1137625">
                <a:tc>
                  <a:txBody>
                    <a:bodyPr/>
                    <a:lstStyle/>
                    <a:p>
                      <a:pPr indent="0" lvl="0" marL="0" marR="0" rtl="0" algn="l">
                        <a:lnSpc>
                          <a:spcPct val="100000"/>
                        </a:lnSpc>
                        <a:spcBef>
                          <a:spcPts val="0"/>
                        </a:spcBef>
                        <a:spcAft>
                          <a:spcPts val="0"/>
                        </a:spcAft>
                        <a:buClr>
                          <a:srgbClr val="000000"/>
                        </a:buClr>
                        <a:buSzPts val="2400"/>
                        <a:buFont typeface="Arial"/>
                        <a:buNone/>
                      </a:pPr>
                      <a:r>
                        <a:rPr lang="de-CH" sz="2400" u="none" cap="none" strike="noStrike">
                          <a:latin typeface="Calibri"/>
                          <a:ea typeface="Calibri"/>
                          <a:cs typeface="Calibri"/>
                          <a:sym typeface="Calibri"/>
                        </a:rPr>
                        <a:t>&lt;body&gt;&lt;/body&gt;</a:t>
                      </a:r>
                      <a:endParaRPr sz="2400" u="none" cap="none" strike="noStrike">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2400"/>
                        <a:buFont typeface="Arial"/>
                        <a:buNone/>
                      </a:pPr>
                      <a:r>
                        <a:rPr lang="de-CH" sz="2400" u="none" cap="none" strike="noStrike">
                          <a:latin typeface="Calibri"/>
                          <a:ea typeface="Calibri"/>
                          <a:cs typeface="Calibri"/>
                          <a:sym typeface="Calibri"/>
                        </a:rPr>
                        <a:t>Contains the main body text. All parts of the page normally visible are in the body</a:t>
                      </a:r>
                      <a:endParaRPr sz="2400" u="none" cap="none" strike="noStrike">
                        <a:latin typeface="Calibri"/>
                        <a:ea typeface="Calibri"/>
                        <a:cs typeface="Calibri"/>
                        <a:sym typeface="Calibri"/>
                      </a:endParaRPr>
                    </a:p>
                  </a:txBody>
                  <a:tcPr marT="45725" marB="45725" marR="91450" marL="91450"/>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0" name="Shape 150"/>
        <p:cNvGrpSpPr/>
        <p:nvPr/>
      </p:nvGrpSpPr>
      <p:grpSpPr>
        <a:xfrm>
          <a:off x="0" y="0"/>
          <a:ext cx="0" cy="0"/>
          <a:chOff x="0" y="0"/>
          <a:chExt cx="0" cy="0"/>
        </a:xfrm>
      </p:grpSpPr>
      <p:sp>
        <p:nvSpPr>
          <p:cNvPr id="151" name="Google Shape;151;p6"/>
          <p:cNvSpPr txBox="1"/>
          <p:nvPr>
            <p:ph idx="1" type="body"/>
          </p:nvPr>
        </p:nvSpPr>
        <p:spPr>
          <a:xfrm>
            <a:off x="1280200" y="-398600"/>
            <a:ext cx="10515600" cy="4351200"/>
          </a:xfrm>
          <a:prstGeom prst="rect">
            <a:avLst/>
          </a:prstGeom>
          <a:noFill/>
          <a:ln>
            <a:noFill/>
          </a:ln>
        </p:spPr>
        <p:txBody>
          <a:bodyPr anchorCtr="0" anchor="t" bIns="45700" lIns="91425" spcFirstLastPara="1" rIns="91425" wrap="square" tIns="45700">
            <a:normAutofit/>
          </a:bodyPr>
          <a:lstStyle/>
          <a:p>
            <a:pPr indent="-225425" lvl="0" marL="225425" rtl="0" algn="l">
              <a:lnSpc>
                <a:spcPct val="110000"/>
              </a:lnSpc>
              <a:spcBef>
                <a:spcPts val="0"/>
              </a:spcBef>
              <a:spcAft>
                <a:spcPts val="0"/>
              </a:spcAft>
              <a:buClr>
                <a:schemeClr val="dk1"/>
              </a:buClr>
              <a:buSzPts val="2400"/>
              <a:buChar char="•"/>
            </a:pPr>
            <a:r>
              <a:rPr lang="de-CH" sz="2400"/>
              <a:t>Every XHTML document must begin with &lt;html&gt;</a:t>
            </a:r>
            <a:endParaRPr/>
          </a:p>
          <a:p>
            <a:pPr indent="-225425" lvl="0" marL="225425" rtl="0" algn="l">
              <a:lnSpc>
                <a:spcPct val="110000"/>
              </a:lnSpc>
              <a:spcBef>
                <a:spcPts val="1000"/>
              </a:spcBef>
              <a:spcAft>
                <a:spcPts val="0"/>
              </a:spcAft>
              <a:buClr>
                <a:schemeClr val="dk1"/>
              </a:buClr>
              <a:buSzPts val="2400"/>
              <a:buChar char="•"/>
            </a:pPr>
            <a:r>
              <a:rPr lang="de-CH" sz="2400"/>
              <a:t>&lt;html&gt;, &lt;head&gt;, &lt;title&gt;, and &lt;body&gt; are required in every document  </a:t>
            </a:r>
            <a:endParaRPr/>
          </a:p>
          <a:p>
            <a:pPr indent="-225425" lvl="0" marL="225425" rtl="0" algn="l">
              <a:lnSpc>
                <a:spcPct val="110000"/>
              </a:lnSpc>
              <a:spcBef>
                <a:spcPts val="1000"/>
              </a:spcBef>
              <a:spcAft>
                <a:spcPts val="0"/>
              </a:spcAft>
              <a:buClr>
                <a:schemeClr val="dk1"/>
              </a:buClr>
              <a:buSzPts val="2400"/>
              <a:buChar char="•"/>
            </a:pPr>
            <a:r>
              <a:rPr lang="de-CH" sz="2400"/>
              <a:t>The whole document must have &lt;html&gt; as its root</a:t>
            </a:r>
            <a:endParaRPr/>
          </a:p>
          <a:p>
            <a:pPr indent="-225425" lvl="0" marL="225425" rtl="0" algn="l">
              <a:lnSpc>
                <a:spcPct val="110000"/>
              </a:lnSpc>
              <a:spcBef>
                <a:spcPts val="1000"/>
              </a:spcBef>
              <a:spcAft>
                <a:spcPts val="0"/>
              </a:spcAft>
              <a:buClr>
                <a:schemeClr val="dk1"/>
              </a:buClr>
              <a:buSzPts val="2400"/>
              <a:buChar char="•"/>
            </a:pPr>
            <a:r>
              <a:rPr lang="de-CH" sz="2400"/>
              <a:t>A document consists of a head and a body </a:t>
            </a:r>
            <a:endParaRPr/>
          </a:p>
          <a:p>
            <a:pPr indent="-225425" lvl="0" marL="225425" rtl="0" algn="l">
              <a:lnSpc>
                <a:spcPct val="110000"/>
              </a:lnSpc>
              <a:spcBef>
                <a:spcPts val="1000"/>
              </a:spcBef>
              <a:spcAft>
                <a:spcPts val="0"/>
              </a:spcAft>
              <a:buClr>
                <a:schemeClr val="dk1"/>
              </a:buClr>
              <a:buSzPts val="2400"/>
              <a:buChar char="•"/>
            </a:pPr>
            <a:r>
              <a:rPr lang="de-CH" sz="2400"/>
              <a:t>The &lt;title&gt; tag is used to give the document a title, which is normally displayed in the browser’s window title bar (at the top of the display)</a:t>
            </a:r>
            <a:endParaRPr/>
          </a:p>
        </p:txBody>
      </p:sp>
      <p:sp>
        <p:nvSpPr>
          <p:cNvPr id="152" name="Google Shape;152;p6"/>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de-CH" sz="2400" u="none" cap="none" strike="noStrike">
                <a:solidFill>
                  <a:srgbClr val="C55A11"/>
                </a:solidFill>
                <a:latin typeface="Calibri"/>
                <a:ea typeface="Calibri"/>
                <a:cs typeface="Calibri"/>
                <a:sym typeface="Calibri"/>
              </a:rPr>
              <a:t>Document Structure</a:t>
            </a:r>
            <a:endParaRPr b="0" i="0" sz="1400" u="none" cap="none" strike="noStrike">
              <a:solidFill>
                <a:srgbClr val="000000"/>
              </a:solidFill>
              <a:latin typeface="Arial"/>
              <a:ea typeface="Arial"/>
              <a:cs typeface="Arial"/>
              <a:sym typeface="Arial"/>
            </a:endParaRPr>
          </a:p>
        </p:txBody>
      </p:sp>
      <p:cxnSp>
        <p:nvCxnSpPr>
          <p:cNvPr id="153" name="Google Shape;153;p6"/>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154" name="Google Shape;154;p6"/>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de-CH" sz="2400" u="none" cap="none" strike="noStrike">
                <a:solidFill>
                  <a:srgbClr val="2F5496"/>
                </a:solidFill>
                <a:latin typeface="Calibri"/>
                <a:ea typeface="Calibri"/>
                <a:cs typeface="Calibri"/>
                <a:sym typeface="Calibri"/>
              </a:rPr>
              <a:t>HTML – Basic Markups</a:t>
            </a:r>
            <a:endParaRPr b="1" i="0" sz="2400" u="none" cap="none" strike="noStrike">
              <a:solidFill>
                <a:srgbClr val="2F5496"/>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7"/>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de-CH" sz="2400" u="none" cap="none" strike="noStrike">
                <a:solidFill>
                  <a:srgbClr val="C55A11"/>
                </a:solidFill>
                <a:latin typeface="Calibri"/>
                <a:ea typeface="Calibri"/>
                <a:cs typeface="Calibri"/>
                <a:sym typeface="Calibri"/>
              </a:rPr>
              <a:t>Document Structure</a:t>
            </a:r>
            <a:endParaRPr b="0" i="0" sz="1400" u="none" cap="none" strike="noStrike">
              <a:solidFill>
                <a:srgbClr val="000000"/>
              </a:solidFill>
              <a:latin typeface="Arial"/>
              <a:ea typeface="Arial"/>
              <a:cs typeface="Arial"/>
              <a:sym typeface="Arial"/>
            </a:endParaRPr>
          </a:p>
        </p:txBody>
      </p:sp>
      <p:cxnSp>
        <p:nvCxnSpPr>
          <p:cNvPr id="160" name="Google Shape;160;p7"/>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161" name="Google Shape;161;p7"/>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de-CH" sz="2400" u="none" cap="none" strike="noStrike">
                <a:solidFill>
                  <a:srgbClr val="2F5496"/>
                </a:solidFill>
                <a:latin typeface="Calibri"/>
                <a:ea typeface="Calibri"/>
                <a:cs typeface="Calibri"/>
                <a:sym typeface="Calibri"/>
              </a:rPr>
              <a:t>HTML – Basic Markups</a:t>
            </a:r>
            <a:endParaRPr b="1" i="0" sz="2400" u="none" cap="none" strike="noStrike">
              <a:solidFill>
                <a:srgbClr val="2F5496"/>
              </a:solidFill>
              <a:latin typeface="Calibri"/>
              <a:ea typeface="Calibri"/>
              <a:cs typeface="Calibri"/>
              <a:sym typeface="Calibri"/>
            </a:endParaRPr>
          </a:p>
        </p:txBody>
      </p:sp>
      <p:pic>
        <p:nvPicPr>
          <p:cNvPr id="162" name="Google Shape;162;p7"/>
          <p:cNvPicPr preferRelativeResize="0"/>
          <p:nvPr/>
        </p:nvPicPr>
        <p:blipFill rotWithShape="1">
          <a:blip r:embed="rId3">
            <a:alphaModFix/>
          </a:blip>
          <a:srcRect b="0" l="0" r="0" t="0"/>
          <a:stretch/>
        </p:blipFill>
        <p:spPr>
          <a:xfrm>
            <a:off x="493776" y="2207972"/>
            <a:ext cx="7652695" cy="3918507"/>
          </a:xfrm>
          <a:prstGeom prst="rect">
            <a:avLst/>
          </a:prstGeom>
          <a:noFill/>
          <a:ln>
            <a:noFill/>
          </a:ln>
        </p:spPr>
      </p:pic>
      <p:grpSp>
        <p:nvGrpSpPr>
          <p:cNvPr id="163" name="Google Shape;163;p7"/>
          <p:cNvGrpSpPr/>
          <p:nvPr/>
        </p:nvGrpSpPr>
        <p:grpSpPr>
          <a:xfrm>
            <a:off x="841248" y="1609344"/>
            <a:ext cx="2194560" cy="914400"/>
            <a:chOff x="841248" y="1609344"/>
            <a:chExt cx="2194560" cy="914400"/>
          </a:xfrm>
        </p:grpSpPr>
        <p:sp>
          <p:nvSpPr>
            <p:cNvPr id="164" name="Google Shape;164;p7"/>
            <p:cNvSpPr/>
            <p:nvPr/>
          </p:nvSpPr>
          <p:spPr>
            <a:xfrm>
              <a:off x="841248" y="2103120"/>
              <a:ext cx="896112" cy="420624"/>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165" name="Google Shape;165;p7"/>
            <p:cNvCxnSpPr>
              <a:stCxn id="164" idx="7"/>
            </p:cNvCxnSpPr>
            <p:nvPr/>
          </p:nvCxnSpPr>
          <p:spPr>
            <a:xfrm flipH="1" rot="10800000">
              <a:off x="1606127" y="1865319"/>
              <a:ext cx="515400" cy="299400"/>
            </a:xfrm>
            <a:prstGeom prst="straightConnector1">
              <a:avLst/>
            </a:prstGeom>
            <a:noFill/>
            <a:ln cap="flat" cmpd="sng" w="9525">
              <a:solidFill>
                <a:schemeClr val="dk1"/>
              </a:solidFill>
              <a:prstDash val="solid"/>
              <a:miter lim="800000"/>
              <a:headEnd len="sm" w="sm" type="none"/>
              <a:tailEnd len="med" w="med" type="stealth"/>
            </a:ln>
          </p:spPr>
        </p:cxnSp>
        <p:sp>
          <p:nvSpPr>
            <p:cNvPr id="166" name="Google Shape;166;p7"/>
            <p:cNvSpPr txBox="1"/>
            <p:nvPr/>
          </p:nvSpPr>
          <p:spPr>
            <a:xfrm>
              <a:off x="2139696" y="1609344"/>
              <a:ext cx="89611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de-CH" sz="1800" u="none" cap="none" strike="noStrike">
                  <a:solidFill>
                    <a:schemeClr val="dk1"/>
                  </a:solidFill>
                  <a:latin typeface="Calibri"/>
                  <a:ea typeface="Calibri"/>
                  <a:cs typeface="Calibri"/>
                  <a:sym typeface="Calibri"/>
                </a:rPr>
                <a:t>title</a:t>
              </a:r>
              <a:endParaRPr b="0" i="0" sz="1800" u="none" cap="none" strike="noStrike">
                <a:solidFill>
                  <a:schemeClr val="dk1"/>
                </a:solidFill>
                <a:latin typeface="Calibri"/>
                <a:ea typeface="Calibri"/>
                <a:cs typeface="Calibri"/>
                <a:sym typeface="Calibri"/>
              </a:endParaRPr>
            </a:p>
          </p:txBody>
        </p:sp>
      </p:grpSp>
      <p:grpSp>
        <p:nvGrpSpPr>
          <p:cNvPr id="167" name="Google Shape;167;p7"/>
          <p:cNvGrpSpPr/>
          <p:nvPr/>
        </p:nvGrpSpPr>
        <p:grpSpPr>
          <a:xfrm>
            <a:off x="3438144" y="3297936"/>
            <a:ext cx="4352544" cy="2627376"/>
            <a:chOff x="749808" y="2529840"/>
            <a:chExt cx="4352544" cy="2627376"/>
          </a:xfrm>
        </p:grpSpPr>
        <p:sp>
          <p:nvSpPr>
            <p:cNvPr id="168" name="Google Shape;168;p7"/>
            <p:cNvSpPr/>
            <p:nvPr/>
          </p:nvSpPr>
          <p:spPr>
            <a:xfrm>
              <a:off x="749808" y="2596896"/>
              <a:ext cx="2950464" cy="2560320"/>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169" name="Google Shape;169;p7"/>
            <p:cNvCxnSpPr>
              <a:stCxn id="168" idx="7"/>
            </p:cNvCxnSpPr>
            <p:nvPr/>
          </p:nvCxnSpPr>
          <p:spPr>
            <a:xfrm flipH="1" rot="10800000">
              <a:off x="3268187" y="2724946"/>
              <a:ext cx="681900" cy="246900"/>
            </a:xfrm>
            <a:prstGeom prst="straightConnector1">
              <a:avLst/>
            </a:prstGeom>
            <a:noFill/>
            <a:ln cap="flat" cmpd="sng" w="9525">
              <a:solidFill>
                <a:schemeClr val="dk1"/>
              </a:solidFill>
              <a:prstDash val="solid"/>
              <a:miter lim="800000"/>
              <a:headEnd len="sm" w="sm" type="none"/>
              <a:tailEnd len="med" w="med" type="stealth"/>
            </a:ln>
          </p:spPr>
        </p:cxnSp>
        <p:sp>
          <p:nvSpPr>
            <p:cNvPr id="170" name="Google Shape;170;p7"/>
            <p:cNvSpPr txBox="1"/>
            <p:nvPr/>
          </p:nvSpPr>
          <p:spPr>
            <a:xfrm>
              <a:off x="4029456" y="2529840"/>
              <a:ext cx="107289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de-CH" sz="1800" u="none" cap="none" strike="noStrike">
                  <a:solidFill>
                    <a:schemeClr val="dk1"/>
                  </a:solidFill>
                  <a:latin typeface="Calibri"/>
                  <a:ea typeface="Calibri"/>
                  <a:cs typeface="Calibri"/>
                  <a:sym typeface="Calibri"/>
                </a:rPr>
                <a:t>body</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8"/>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de-CH" sz="2400" u="none" cap="none" strike="noStrike">
                <a:solidFill>
                  <a:srgbClr val="C55A11"/>
                </a:solidFill>
                <a:latin typeface="Calibri"/>
                <a:ea typeface="Calibri"/>
                <a:cs typeface="Calibri"/>
                <a:sym typeface="Calibri"/>
              </a:rPr>
              <a:t>Common Tags / Elements</a:t>
            </a:r>
            <a:endParaRPr b="0" i="0" sz="1400" u="none" cap="none" strike="noStrike">
              <a:solidFill>
                <a:srgbClr val="000000"/>
              </a:solidFill>
              <a:latin typeface="Arial"/>
              <a:ea typeface="Arial"/>
              <a:cs typeface="Arial"/>
              <a:sym typeface="Arial"/>
            </a:endParaRPr>
          </a:p>
        </p:txBody>
      </p:sp>
      <p:cxnSp>
        <p:nvCxnSpPr>
          <p:cNvPr id="176" name="Google Shape;176;p8"/>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177" name="Google Shape;177;p8"/>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de-CH" sz="2400" u="none" cap="none" strike="noStrike">
                <a:solidFill>
                  <a:srgbClr val="2F5496"/>
                </a:solidFill>
                <a:latin typeface="Calibri"/>
                <a:ea typeface="Calibri"/>
                <a:cs typeface="Calibri"/>
                <a:sym typeface="Calibri"/>
              </a:rPr>
              <a:t>HTML – Basic Markups</a:t>
            </a:r>
            <a:endParaRPr b="1" i="0" sz="2400" u="none" cap="none" strike="noStrike">
              <a:solidFill>
                <a:srgbClr val="2F5496"/>
              </a:solidFill>
              <a:latin typeface="Calibri"/>
              <a:ea typeface="Calibri"/>
              <a:cs typeface="Calibri"/>
              <a:sym typeface="Calibri"/>
            </a:endParaRPr>
          </a:p>
        </p:txBody>
      </p:sp>
      <p:pic>
        <p:nvPicPr>
          <p:cNvPr id="178" name="Google Shape;178;p8"/>
          <p:cNvPicPr preferRelativeResize="0"/>
          <p:nvPr/>
        </p:nvPicPr>
        <p:blipFill rotWithShape="1">
          <a:blip r:embed="rId3">
            <a:alphaModFix/>
          </a:blip>
          <a:srcRect b="0" l="0" r="0" t="0"/>
          <a:stretch/>
        </p:blipFill>
        <p:spPr>
          <a:xfrm>
            <a:off x="238125" y="1700595"/>
            <a:ext cx="8174355" cy="4572190"/>
          </a:xfrm>
          <a:prstGeom prst="rect">
            <a:avLst/>
          </a:prstGeom>
          <a:noFill/>
          <a:ln>
            <a:noFill/>
          </a:ln>
        </p:spPr>
      </p:pic>
      <p:grpSp>
        <p:nvGrpSpPr>
          <p:cNvPr id="179" name="Google Shape;179;p8"/>
          <p:cNvGrpSpPr/>
          <p:nvPr/>
        </p:nvGrpSpPr>
        <p:grpSpPr>
          <a:xfrm>
            <a:off x="237744" y="2962656"/>
            <a:ext cx="1901952" cy="1152144"/>
            <a:chOff x="-164592" y="1371600"/>
            <a:chExt cx="1901952" cy="1152144"/>
          </a:xfrm>
        </p:grpSpPr>
        <p:sp>
          <p:nvSpPr>
            <p:cNvPr id="180" name="Google Shape;180;p8"/>
            <p:cNvSpPr/>
            <p:nvPr/>
          </p:nvSpPr>
          <p:spPr>
            <a:xfrm>
              <a:off x="841248" y="2103120"/>
              <a:ext cx="896112" cy="420624"/>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181" name="Google Shape;181;p8"/>
            <p:cNvCxnSpPr>
              <a:stCxn id="180" idx="1"/>
              <a:endCxn id="182" idx="2"/>
            </p:cNvCxnSpPr>
            <p:nvPr/>
          </p:nvCxnSpPr>
          <p:spPr>
            <a:xfrm rot="10800000">
              <a:off x="438781" y="1740819"/>
              <a:ext cx="533700" cy="423900"/>
            </a:xfrm>
            <a:prstGeom prst="straightConnector1">
              <a:avLst/>
            </a:prstGeom>
            <a:noFill/>
            <a:ln cap="flat" cmpd="sng" w="9525">
              <a:solidFill>
                <a:schemeClr val="dk1"/>
              </a:solidFill>
              <a:prstDash val="solid"/>
              <a:miter lim="800000"/>
              <a:headEnd len="sm" w="sm" type="none"/>
              <a:tailEnd len="med" w="med" type="stealth"/>
            </a:ln>
          </p:spPr>
        </p:cxnSp>
        <p:sp>
          <p:nvSpPr>
            <p:cNvPr id="182" name="Google Shape;182;p8"/>
            <p:cNvSpPr txBox="1"/>
            <p:nvPr/>
          </p:nvSpPr>
          <p:spPr>
            <a:xfrm>
              <a:off x="-164592" y="1371600"/>
              <a:ext cx="120700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de-CH" sz="1800" u="none" cap="none" strike="noStrike">
                  <a:solidFill>
                    <a:srgbClr val="002060"/>
                  </a:solidFill>
                  <a:latin typeface="Calibri"/>
                  <a:ea typeface="Calibri"/>
                  <a:cs typeface="Calibri"/>
                  <a:sym typeface="Calibri"/>
                </a:rPr>
                <a:t>Paragraph</a:t>
              </a:r>
              <a:endParaRPr b="1" i="0" sz="1800" u="none" cap="none" strike="noStrike">
                <a:solidFill>
                  <a:srgbClr val="002060"/>
                </a:solidFill>
                <a:latin typeface="Calibri"/>
                <a:ea typeface="Calibri"/>
                <a:cs typeface="Calibri"/>
                <a:sym typeface="Calibri"/>
              </a:endParaRPr>
            </a:p>
          </p:txBody>
        </p:sp>
      </p:grpSp>
      <p:grpSp>
        <p:nvGrpSpPr>
          <p:cNvPr id="183" name="Google Shape;183;p8"/>
          <p:cNvGrpSpPr/>
          <p:nvPr/>
        </p:nvGrpSpPr>
        <p:grpSpPr>
          <a:xfrm>
            <a:off x="5199888" y="2383536"/>
            <a:ext cx="2170176" cy="2353056"/>
            <a:chOff x="-164592" y="1371600"/>
            <a:chExt cx="2170176" cy="2353056"/>
          </a:xfrm>
        </p:grpSpPr>
        <p:sp>
          <p:nvSpPr>
            <p:cNvPr id="184" name="Google Shape;184;p8"/>
            <p:cNvSpPr/>
            <p:nvPr/>
          </p:nvSpPr>
          <p:spPr>
            <a:xfrm>
              <a:off x="469392" y="2103120"/>
              <a:ext cx="1536192" cy="1621536"/>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185" name="Google Shape;185;p8"/>
            <p:cNvCxnSpPr>
              <a:stCxn id="184" idx="1"/>
              <a:endCxn id="186" idx="2"/>
            </p:cNvCxnSpPr>
            <p:nvPr/>
          </p:nvCxnSpPr>
          <p:spPr>
            <a:xfrm rot="10800000">
              <a:off x="438762" y="1740888"/>
              <a:ext cx="255600" cy="599700"/>
            </a:xfrm>
            <a:prstGeom prst="straightConnector1">
              <a:avLst/>
            </a:prstGeom>
            <a:noFill/>
            <a:ln cap="flat" cmpd="sng" w="9525">
              <a:solidFill>
                <a:schemeClr val="dk1"/>
              </a:solidFill>
              <a:prstDash val="solid"/>
              <a:miter lim="800000"/>
              <a:headEnd len="sm" w="sm" type="none"/>
              <a:tailEnd len="med" w="med" type="stealth"/>
            </a:ln>
          </p:spPr>
        </p:cxnSp>
        <p:sp>
          <p:nvSpPr>
            <p:cNvPr id="186" name="Google Shape;186;p8"/>
            <p:cNvSpPr txBox="1"/>
            <p:nvPr/>
          </p:nvSpPr>
          <p:spPr>
            <a:xfrm>
              <a:off x="-164592" y="1371600"/>
              <a:ext cx="120700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de-CH" sz="1800" u="none" cap="none" strike="noStrike">
                  <a:solidFill>
                    <a:srgbClr val="002060"/>
                  </a:solidFill>
                  <a:latin typeface="Calibri"/>
                  <a:ea typeface="Calibri"/>
                  <a:cs typeface="Calibri"/>
                  <a:sym typeface="Calibri"/>
                </a:rPr>
                <a:t>Images</a:t>
              </a:r>
              <a:endParaRPr b="1" i="0" sz="1800" u="none" cap="none" strike="noStrike">
                <a:solidFill>
                  <a:srgbClr val="002060"/>
                </a:solidFill>
                <a:latin typeface="Calibri"/>
                <a:ea typeface="Calibri"/>
                <a:cs typeface="Calibri"/>
                <a:sym typeface="Calibri"/>
              </a:endParaRPr>
            </a:p>
          </p:txBody>
        </p:sp>
      </p:grpSp>
      <p:grpSp>
        <p:nvGrpSpPr>
          <p:cNvPr id="187" name="Google Shape;187;p8"/>
          <p:cNvGrpSpPr/>
          <p:nvPr/>
        </p:nvGrpSpPr>
        <p:grpSpPr>
          <a:xfrm>
            <a:off x="4663440" y="4334256"/>
            <a:ext cx="2255520" cy="774192"/>
            <a:chOff x="-518160" y="1749552"/>
            <a:chExt cx="2255520" cy="774192"/>
          </a:xfrm>
        </p:grpSpPr>
        <p:sp>
          <p:nvSpPr>
            <p:cNvPr id="188" name="Google Shape;188;p8"/>
            <p:cNvSpPr/>
            <p:nvPr/>
          </p:nvSpPr>
          <p:spPr>
            <a:xfrm>
              <a:off x="841248" y="2103120"/>
              <a:ext cx="896112" cy="420624"/>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189" name="Google Shape;189;p8"/>
            <p:cNvCxnSpPr>
              <a:stCxn id="188" idx="1"/>
              <a:endCxn id="190" idx="3"/>
            </p:cNvCxnSpPr>
            <p:nvPr/>
          </p:nvCxnSpPr>
          <p:spPr>
            <a:xfrm rot="10800000">
              <a:off x="548581" y="1934319"/>
              <a:ext cx="423900" cy="230400"/>
            </a:xfrm>
            <a:prstGeom prst="straightConnector1">
              <a:avLst/>
            </a:prstGeom>
            <a:noFill/>
            <a:ln cap="flat" cmpd="sng" w="9525">
              <a:solidFill>
                <a:schemeClr val="dk1"/>
              </a:solidFill>
              <a:prstDash val="solid"/>
              <a:miter lim="800000"/>
              <a:headEnd len="sm" w="sm" type="none"/>
              <a:tailEnd len="med" w="med" type="stealth"/>
            </a:ln>
          </p:spPr>
        </p:cxnSp>
        <p:sp>
          <p:nvSpPr>
            <p:cNvPr id="190" name="Google Shape;190;p8"/>
            <p:cNvSpPr txBox="1"/>
            <p:nvPr/>
          </p:nvSpPr>
          <p:spPr>
            <a:xfrm>
              <a:off x="-518160" y="1749552"/>
              <a:ext cx="10668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de-CH" sz="1800" u="none" cap="none" strike="noStrike">
                  <a:solidFill>
                    <a:srgbClr val="002060"/>
                  </a:solidFill>
                  <a:latin typeface="Calibri"/>
                  <a:ea typeface="Calibri"/>
                  <a:cs typeface="Calibri"/>
                  <a:sym typeface="Calibri"/>
                </a:rPr>
                <a:t>Headings</a:t>
              </a:r>
              <a:endParaRPr b="1" i="0" sz="1800" u="none" cap="none" strike="noStrike">
                <a:solidFill>
                  <a:srgbClr val="002060"/>
                </a:solidFill>
                <a:latin typeface="Calibri"/>
                <a:ea typeface="Calibri"/>
                <a:cs typeface="Calibri"/>
                <a:sym typeface="Calibri"/>
              </a:endParaRPr>
            </a:p>
          </p:txBody>
        </p:sp>
      </p:grpSp>
      <p:grpSp>
        <p:nvGrpSpPr>
          <p:cNvPr id="191" name="Google Shape;191;p8"/>
          <p:cNvGrpSpPr/>
          <p:nvPr/>
        </p:nvGrpSpPr>
        <p:grpSpPr>
          <a:xfrm>
            <a:off x="2840736" y="3938016"/>
            <a:ext cx="1255776" cy="1100852"/>
            <a:chOff x="841248" y="2103120"/>
            <a:chExt cx="1255776" cy="1100852"/>
          </a:xfrm>
        </p:grpSpPr>
        <p:sp>
          <p:nvSpPr>
            <p:cNvPr id="192" name="Google Shape;192;p8"/>
            <p:cNvSpPr/>
            <p:nvPr/>
          </p:nvSpPr>
          <p:spPr>
            <a:xfrm>
              <a:off x="841248" y="2103120"/>
              <a:ext cx="896112" cy="420624"/>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193" name="Google Shape;193;p8"/>
            <p:cNvCxnSpPr>
              <a:stCxn id="192" idx="4"/>
              <a:endCxn id="194" idx="1"/>
            </p:cNvCxnSpPr>
            <p:nvPr/>
          </p:nvCxnSpPr>
          <p:spPr>
            <a:xfrm>
              <a:off x="1289304" y="2523744"/>
              <a:ext cx="137100" cy="495600"/>
            </a:xfrm>
            <a:prstGeom prst="straightConnector1">
              <a:avLst/>
            </a:prstGeom>
            <a:noFill/>
            <a:ln cap="flat" cmpd="sng" w="9525">
              <a:solidFill>
                <a:schemeClr val="dk1"/>
              </a:solidFill>
              <a:prstDash val="solid"/>
              <a:miter lim="800000"/>
              <a:headEnd len="sm" w="sm" type="none"/>
              <a:tailEnd len="med" w="med" type="stealth"/>
            </a:ln>
          </p:spPr>
        </p:cxnSp>
        <p:sp>
          <p:nvSpPr>
            <p:cNvPr id="194" name="Google Shape;194;p8"/>
            <p:cNvSpPr txBox="1"/>
            <p:nvPr/>
          </p:nvSpPr>
          <p:spPr>
            <a:xfrm>
              <a:off x="1426464" y="2834640"/>
              <a:ext cx="67056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de-CH" sz="1800" u="none" cap="none" strike="noStrike">
                  <a:solidFill>
                    <a:srgbClr val="002060"/>
                  </a:solidFill>
                  <a:latin typeface="Calibri"/>
                  <a:ea typeface="Calibri"/>
                  <a:cs typeface="Calibri"/>
                  <a:sym typeface="Calibri"/>
                </a:rPr>
                <a:t>Links</a:t>
              </a:r>
              <a:endParaRPr b="1" i="0" sz="1800" u="none" cap="none" strike="noStrike">
                <a:solidFill>
                  <a:srgbClr val="002060"/>
                </a:solidFill>
                <a:latin typeface="Calibri"/>
                <a:ea typeface="Calibri"/>
                <a:cs typeface="Calibri"/>
                <a:sym typeface="Calibri"/>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225425" lvl="0" marL="225425" rtl="0" algn="l">
              <a:lnSpc>
                <a:spcPct val="110000"/>
              </a:lnSpc>
              <a:spcBef>
                <a:spcPts val="0"/>
              </a:spcBef>
              <a:spcAft>
                <a:spcPts val="0"/>
              </a:spcAft>
              <a:buClr>
                <a:schemeClr val="dk1"/>
              </a:buClr>
              <a:buSzPts val="2400"/>
              <a:buChar char="•"/>
            </a:pPr>
            <a:r>
              <a:rPr lang="de-CH" sz="2400"/>
              <a:t>Text Content</a:t>
            </a:r>
            <a:endParaRPr/>
          </a:p>
          <a:p>
            <a:pPr indent="-225425" lvl="1" marL="682625" rtl="0" algn="l">
              <a:lnSpc>
                <a:spcPct val="110000"/>
              </a:lnSpc>
              <a:spcBef>
                <a:spcPts val="500"/>
              </a:spcBef>
              <a:spcAft>
                <a:spcPts val="0"/>
              </a:spcAft>
              <a:buClr>
                <a:schemeClr val="dk1"/>
              </a:buClr>
              <a:buSzPts val="2400"/>
              <a:buChar char="•"/>
            </a:pPr>
            <a:r>
              <a:rPr lang="de-CH"/>
              <a:t>Paragraphs</a:t>
            </a:r>
            <a:endParaRPr/>
          </a:p>
          <a:p>
            <a:pPr indent="-225425" lvl="1" marL="682625" rtl="0" algn="l">
              <a:lnSpc>
                <a:spcPct val="110000"/>
              </a:lnSpc>
              <a:spcBef>
                <a:spcPts val="500"/>
              </a:spcBef>
              <a:spcAft>
                <a:spcPts val="0"/>
              </a:spcAft>
              <a:buClr>
                <a:schemeClr val="dk1"/>
              </a:buClr>
              <a:buSzPts val="2400"/>
              <a:buChar char="•"/>
            </a:pPr>
            <a:r>
              <a:rPr lang="de-CH"/>
              <a:t>Headings</a:t>
            </a:r>
            <a:endParaRPr/>
          </a:p>
          <a:p>
            <a:pPr indent="-225425" lvl="1" marL="682625" rtl="0" algn="l">
              <a:lnSpc>
                <a:spcPct val="110000"/>
              </a:lnSpc>
              <a:spcBef>
                <a:spcPts val="500"/>
              </a:spcBef>
              <a:spcAft>
                <a:spcPts val="0"/>
              </a:spcAft>
              <a:buClr>
                <a:schemeClr val="dk1"/>
              </a:buClr>
              <a:buSzPts val="2400"/>
              <a:buChar char="•"/>
            </a:pPr>
            <a:r>
              <a:rPr lang="de-CH"/>
              <a:t>Lists</a:t>
            </a:r>
            <a:endParaRPr/>
          </a:p>
          <a:p>
            <a:pPr indent="-225425" lvl="1" marL="682625" rtl="0" algn="l">
              <a:lnSpc>
                <a:spcPct val="110000"/>
              </a:lnSpc>
              <a:spcBef>
                <a:spcPts val="500"/>
              </a:spcBef>
              <a:spcAft>
                <a:spcPts val="0"/>
              </a:spcAft>
              <a:buClr>
                <a:schemeClr val="dk1"/>
              </a:buClr>
              <a:buSzPts val="2400"/>
              <a:buChar char="•"/>
            </a:pPr>
            <a:r>
              <a:rPr lang="de-CH"/>
              <a:t>Tables</a:t>
            </a:r>
            <a:endParaRPr/>
          </a:p>
          <a:p>
            <a:pPr indent="-73025" lvl="0" marL="225425" rtl="0" algn="l">
              <a:lnSpc>
                <a:spcPct val="110000"/>
              </a:lnSpc>
              <a:spcBef>
                <a:spcPts val="1000"/>
              </a:spcBef>
              <a:spcAft>
                <a:spcPts val="0"/>
              </a:spcAft>
              <a:buClr>
                <a:schemeClr val="dk1"/>
              </a:buClr>
              <a:buSzPts val="2400"/>
              <a:buNone/>
            </a:pPr>
            <a:r>
              <a:t/>
            </a:r>
            <a:endParaRPr sz="2400"/>
          </a:p>
          <a:p>
            <a:pPr indent="-225425" lvl="0" marL="225425" rtl="0" algn="l">
              <a:lnSpc>
                <a:spcPct val="110000"/>
              </a:lnSpc>
              <a:spcBef>
                <a:spcPts val="1000"/>
              </a:spcBef>
              <a:spcAft>
                <a:spcPts val="0"/>
              </a:spcAft>
              <a:buClr>
                <a:schemeClr val="dk1"/>
              </a:buClr>
              <a:buSzPts val="2400"/>
              <a:buChar char="•"/>
            </a:pPr>
            <a:r>
              <a:rPr lang="de-CH" sz="2400"/>
              <a:t>Images</a:t>
            </a:r>
            <a:endParaRPr/>
          </a:p>
          <a:p>
            <a:pPr indent="-73025" lvl="0" marL="225425" rtl="0" algn="l">
              <a:lnSpc>
                <a:spcPct val="110000"/>
              </a:lnSpc>
              <a:spcBef>
                <a:spcPts val="1000"/>
              </a:spcBef>
              <a:spcAft>
                <a:spcPts val="0"/>
              </a:spcAft>
              <a:buClr>
                <a:schemeClr val="dk1"/>
              </a:buClr>
              <a:buSzPts val="2400"/>
              <a:buNone/>
            </a:pPr>
            <a:r>
              <a:t/>
            </a:r>
            <a:endParaRPr sz="2400"/>
          </a:p>
          <a:p>
            <a:pPr indent="-225425" lvl="0" marL="225425" rtl="0" algn="l">
              <a:lnSpc>
                <a:spcPct val="110000"/>
              </a:lnSpc>
              <a:spcBef>
                <a:spcPts val="1000"/>
              </a:spcBef>
              <a:spcAft>
                <a:spcPts val="0"/>
              </a:spcAft>
              <a:buClr>
                <a:schemeClr val="dk1"/>
              </a:buClr>
              <a:buSzPts val="2400"/>
              <a:buChar char="•"/>
            </a:pPr>
            <a:r>
              <a:rPr lang="de-CH" sz="2400"/>
              <a:t>Links</a:t>
            </a:r>
            <a:endParaRPr/>
          </a:p>
          <a:p>
            <a:pPr indent="-73025" lvl="0" marL="225425" rtl="0" algn="l">
              <a:lnSpc>
                <a:spcPct val="110000"/>
              </a:lnSpc>
              <a:spcBef>
                <a:spcPts val="1000"/>
              </a:spcBef>
              <a:spcAft>
                <a:spcPts val="0"/>
              </a:spcAft>
              <a:buClr>
                <a:schemeClr val="dk1"/>
              </a:buClr>
              <a:buSzPts val="2400"/>
              <a:buNone/>
            </a:pPr>
            <a:r>
              <a:t/>
            </a:r>
            <a:endParaRPr sz="2400"/>
          </a:p>
        </p:txBody>
      </p:sp>
      <p:sp>
        <p:nvSpPr>
          <p:cNvPr id="200" name="Google Shape;200;p9"/>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de-CH" sz="2400" u="none" cap="none" strike="noStrike">
                <a:solidFill>
                  <a:srgbClr val="C55A11"/>
                </a:solidFill>
                <a:latin typeface="Calibri"/>
                <a:ea typeface="Calibri"/>
                <a:cs typeface="Calibri"/>
                <a:sym typeface="Calibri"/>
              </a:rPr>
              <a:t>Common Tags / Elements</a:t>
            </a:r>
            <a:endParaRPr b="0" i="0" sz="1400" u="none" cap="none" strike="noStrike">
              <a:solidFill>
                <a:srgbClr val="000000"/>
              </a:solidFill>
              <a:latin typeface="Arial"/>
              <a:ea typeface="Arial"/>
              <a:cs typeface="Arial"/>
              <a:sym typeface="Arial"/>
            </a:endParaRPr>
          </a:p>
        </p:txBody>
      </p:sp>
      <p:cxnSp>
        <p:nvCxnSpPr>
          <p:cNvPr id="201" name="Google Shape;201;p9"/>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202" name="Google Shape;202;p9"/>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de-CH" sz="2400" u="none" cap="none" strike="noStrike">
                <a:solidFill>
                  <a:srgbClr val="2F5496"/>
                </a:solidFill>
                <a:latin typeface="Calibri"/>
                <a:ea typeface="Calibri"/>
                <a:cs typeface="Calibri"/>
                <a:sym typeface="Calibri"/>
              </a:rPr>
              <a:t>HTML – Basic Markups</a:t>
            </a:r>
            <a:endParaRPr b="1" i="0" sz="2400" u="none" cap="none" strike="noStrike">
              <a:solidFill>
                <a:srgbClr val="2F5496"/>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6" name="Shape 206"/>
        <p:cNvGrpSpPr/>
        <p:nvPr/>
      </p:nvGrpSpPr>
      <p:grpSpPr>
        <a:xfrm>
          <a:off x="0" y="0"/>
          <a:ext cx="0" cy="0"/>
          <a:chOff x="0" y="0"/>
          <a:chExt cx="0" cy="0"/>
        </a:xfrm>
      </p:grpSpPr>
      <p:sp>
        <p:nvSpPr>
          <p:cNvPr id="207" name="Google Shape;207;p10"/>
          <p:cNvSpPr txBox="1"/>
          <p:nvPr>
            <p:ph idx="1" type="body"/>
          </p:nvPr>
        </p:nvSpPr>
        <p:spPr>
          <a:xfrm>
            <a:off x="581192" y="1690688"/>
            <a:ext cx="11029615" cy="4578113"/>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400"/>
              <a:buChar char="•"/>
            </a:pPr>
            <a:r>
              <a:rPr lang="de-CH" sz="2400"/>
              <a:t>Text is normally placed in paragraph elements</a:t>
            </a:r>
            <a:endParaRPr/>
          </a:p>
          <a:p>
            <a:pPr indent="-228600" lvl="0" marL="228600" rtl="0" algn="l">
              <a:lnSpc>
                <a:spcPct val="90000"/>
              </a:lnSpc>
              <a:spcBef>
                <a:spcPts val="480"/>
              </a:spcBef>
              <a:spcAft>
                <a:spcPts val="0"/>
              </a:spcAft>
              <a:buClr>
                <a:schemeClr val="dk1"/>
              </a:buClr>
              <a:buSzPts val="2400"/>
              <a:buChar char="•"/>
            </a:pPr>
            <a:r>
              <a:rPr lang="de-CH" sz="2400"/>
              <a:t>Paragraph Elements:</a:t>
            </a:r>
            <a:endParaRPr/>
          </a:p>
          <a:p>
            <a:pPr indent="-228600" lvl="1" marL="685800" rtl="0" algn="l">
              <a:lnSpc>
                <a:spcPct val="90000"/>
              </a:lnSpc>
              <a:spcBef>
                <a:spcPts val="480"/>
              </a:spcBef>
              <a:spcAft>
                <a:spcPts val="0"/>
              </a:spcAft>
              <a:buClr>
                <a:schemeClr val="dk1"/>
              </a:buClr>
              <a:buSzPts val="2400"/>
              <a:buChar char="•"/>
            </a:pPr>
            <a:r>
              <a:rPr lang="de-CH"/>
              <a:t>The &lt;p&gt; tag breaks the current line and inserts a blank line - the new line gets the beginning of the content of the paragraph</a:t>
            </a:r>
            <a:endParaRPr/>
          </a:p>
          <a:p>
            <a:pPr indent="-228600" lvl="1" marL="685800" rtl="0" algn="l">
              <a:lnSpc>
                <a:spcPct val="90000"/>
              </a:lnSpc>
              <a:spcBef>
                <a:spcPts val="480"/>
              </a:spcBef>
              <a:spcAft>
                <a:spcPts val="0"/>
              </a:spcAft>
              <a:buClr>
                <a:schemeClr val="dk1"/>
              </a:buClr>
              <a:buSzPts val="2400"/>
              <a:buChar char="•"/>
            </a:pPr>
            <a:r>
              <a:rPr lang="de-CH"/>
              <a:t>The browser puts as many words of the paragraph’s content as will fit in each line</a:t>
            </a:r>
            <a:endParaRPr/>
          </a:p>
          <a:p>
            <a:pPr indent="0" lvl="1" marL="457200" rtl="0" algn="l">
              <a:lnSpc>
                <a:spcPct val="90000"/>
              </a:lnSpc>
              <a:spcBef>
                <a:spcPts val="480"/>
              </a:spcBef>
              <a:spcAft>
                <a:spcPts val="0"/>
              </a:spcAft>
              <a:buClr>
                <a:schemeClr val="dk1"/>
              </a:buClr>
              <a:buSzPts val="2400"/>
              <a:buNone/>
            </a:pPr>
            <a:r>
              <a:rPr lang="de-CH" u="sng"/>
              <a:t>Example:</a:t>
            </a:r>
            <a:endParaRPr/>
          </a:p>
          <a:p>
            <a:pPr indent="-228600" lvl="1" marL="685800" rtl="0" algn="l">
              <a:lnSpc>
                <a:spcPct val="90000"/>
              </a:lnSpc>
              <a:spcBef>
                <a:spcPts val="480"/>
              </a:spcBef>
              <a:spcAft>
                <a:spcPts val="0"/>
              </a:spcAft>
              <a:buClr>
                <a:schemeClr val="dk1"/>
              </a:buClr>
              <a:buSzPts val="2400"/>
              <a:buFont typeface="Calibri"/>
              <a:buNone/>
            </a:pPr>
            <a:r>
              <a:rPr lang="de-CH"/>
              <a:t>&lt;p&gt;</a:t>
            </a:r>
            <a:endParaRPr/>
          </a:p>
          <a:p>
            <a:pPr indent="-228600" lvl="1" marL="685800" rtl="0" algn="l">
              <a:lnSpc>
                <a:spcPct val="90000"/>
              </a:lnSpc>
              <a:spcBef>
                <a:spcPts val="480"/>
              </a:spcBef>
              <a:spcAft>
                <a:spcPts val="0"/>
              </a:spcAft>
              <a:buClr>
                <a:schemeClr val="dk1"/>
              </a:buClr>
              <a:buSzPts val="2400"/>
              <a:buFont typeface="Calibri"/>
              <a:buNone/>
            </a:pPr>
            <a:r>
              <a:rPr lang="de-CH"/>
              <a:t>    A paragraph always starts on a new line, and browsers automatically add some white space (a margin) before and after a paragraph.</a:t>
            </a:r>
            <a:endParaRPr/>
          </a:p>
          <a:p>
            <a:pPr indent="-228600" lvl="1" marL="685800" rtl="0" algn="l">
              <a:lnSpc>
                <a:spcPct val="90000"/>
              </a:lnSpc>
              <a:spcBef>
                <a:spcPts val="480"/>
              </a:spcBef>
              <a:spcAft>
                <a:spcPts val="0"/>
              </a:spcAft>
              <a:buClr>
                <a:schemeClr val="dk1"/>
              </a:buClr>
              <a:buSzPts val="2400"/>
              <a:buFont typeface="Calibri"/>
              <a:buNone/>
            </a:pPr>
            <a:r>
              <a:rPr lang="de-CH"/>
              <a:t> &lt;/p&gt;</a:t>
            </a:r>
            <a:endParaRPr/>
          </a:p>
          <a:p>
            <a:pPr indent="-228600" lvl="1" marL="685800" rtl="0" algn="l">
              <a:lnSpc>
                <a:spcPct val="90000"/>
              </a:lnSpc>
              <a:spcBef>
                <a:spcPts val="480"/>
              </a:spcBef>
              <a:spcAft>
                <a:spcPts val="0"/>
              </a:spcAft>
              <a:buClr>
                <a:schemeClr val="dk1"/>
              </a:buClr>
              <a:buSzPts val="2400"/>
              <a:buFont typeface="Calibri"/>
              <a:buNone/>
            </a:pPr>
            <a:r>
              <a:rPr lang="de-CH"/>
              <a:t>  &lt;/pre&gt; pre formatted text</a:t>
            </a:r>
            <a:endParaRPr/>
          </a:p>
        </p:txBody>
      </p:sp>
      <p:sp>
        <p:nvSpPr>
          <p:cNvPr id="208" name="Google Shape;208;p10"/>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de-CH" sz="2400" u="none" cap="none" strike="noStrike">
                <a:solidFill>
                  <a:srgbClr val="C55A11"/>
                </a:solidFill>
                <a:latin typeface="Calibri"/>
                <a:ea typeface="Calibri"/>
                <a:cs typeface="Calibri"/>
                <a:sym typeface="Calibri"/>
              </a:rPr>
              <a:t>Paragraph</a:t>
            </a:r>
            <a:endParaRPr b="0" i="0" sz="1400" u="none" cap="none" strike="noStrike">
              <a:solidFill>
                <a:srgbClr val="000000"/>
              </a:solidFill>
              <a:latin typeface="Arial"/>
              <a:ea typeface="Arial"/>
              <a:cs typeface="Arial"/>
              <a:sym typeface="Arial"/>
            </a:endParaRPr>
          </a:p>
        </p:txBody>
      </p:sp>
      <p:cxnSp>
        <p:nvCxnSpPr>
          <p:cNvPr id="209" name="Google Shape;209;p10"/>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210" name="Google Shape;210;p10"/>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de-CH" sz="2400" u="none" cap="none" strike="noStrike">
                <a:solidFill>
                  <a:srgbClr val="2F5496"/>
                </a:solidFill>
                <a:latin typeface="Calibri"/>
                <a:ea typeface="Calibri"/>
                <a:cs typeface="Calibri"/>
                <a:sym typeface="Calibri"/>
              </a:rPr>
              <a:t>HTML – Basic Markups</a:t>
            </a:r>
            <a:endParaRPr b="1" i="0" sz="2400" u="none" cap="none" strike="noStrike">
              <a:solidFill>
                <a:srgbClr val="2F5496"/>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4" name="Shape 214"/>
        <p:cNvGrpSpPr/>
        <p:nvPr/>
      </p:nvGrpSpPr>
      <p:grpSpPr>
        <a:xfrm>
          <a:off x="0" y="0"/>
          <a:ext cx="0" cy="0"/>
          <a:chOff x="0" y="0"/>
          <a:chExt cx="0" cy="0"/>
        </a:xfrm>
      </p:grpSpPr>
      <p:graphicFrame>
        <p:nvGraphicFramePr>
          <p:cNvPr id="215" name="Google Shape;215;p11"/>
          <p:cNvGraphicFramePr/>
          <p:nvPr/>
        </p:nvGraphicFramePr>
        <p:xfrm>
          <a:off x="6319458" y="1369627"/>
          <a:ext cx="4537436" cy="3243941"/>
        </p:xfrm>
        <a:graphic>
          <a:graphicData uri="http://schemas.openxmlformats.org/presentationml/2006/ole">
            <mc:AlternateContent>
              <mc:Choice Requires="v">
                <p:oleObj r:id="rId4" imgH="3243941" imgW="4537436" progId="Word.Document.8" spid="_x0000_s1">
                  <p:embed/>
                </p:oleObj>
              </mc:Choice>
              <mc:Fallback>
                <p:oleObj r:id="rId5" imgH="3243941" imgW="4537436" progId="Word.Document.8">
                  <p:embed/>
                  <p:pic>
                    <p:nvPicPr>
                      <p:cNvPr id="215" name="Google Shape;215;p11"/>
                      <p:cNvPicPr preferRelativeResize="0"/>
                      <p:nvPr/>
                    </p:nvPicPr>
                    <p:blipFill rotWithShape="1">
                      <a:blip r:embed="rId6">
                        <a:alphaModFix/>
                      </a:blip>
                      <a:srcRect b="0" l="0" r="0" t="0"/>
                      <a:stretch/>
                    </p:blipFill>
                    <p:spPr>
                      <a:xfrm>
                        <a:off x="6319458" y="1369627"/>
                        <a:ext cx="4537436" cy="3243941"/>
                      </a:xfrm>
                      <a:prstGeom prst="rect">
                        <a:avLst/>
                      </a:prstGeom>
                      <a:noFill/>
                      <a:ln>
                        <a:noFill/>
                      </a:ln>
                    </p:spPr>
                  </p:pic>
                </p:oleObj>
              </mc:Fallback>
            </mc:AlternateContent>
          </a:graphicData>
        </a:graphic>
      </p:graphicFrame>
      <p:sp>
        <p:nvSpPr>
          <p:cNvPr id="216" name="Google Shape;216;p11"/>
          <p:cNvSpPr/>
          <p:nvPr/>
        </p:nvSpPr>
        <p:spPr>
          <a:xfrm>
            <a:off x="368808" y="1639367"/>
            <a:ext cx="5803392" cy="5147243"/>
          </a:xfrm>
          <a:prstGeom prst="rect">
            <a:avLst/>
          </a:prstGeom>
          <a:noFill/>
          <a:ln>
            <a:noFill/>
          </a:ln>
        </p:spPr>
        <p:txBody>
          <a:bodyPr anchorCtr="0" anchor="t" bIns="45700" lIns="91425" spcFirstLastPara="1" rIns="91425" wrap="square" tIns="45700">
            <a:spAutoFit/>
          </a:bodyPr>
          <a:lstStyle/>
          <a:p>
            <a:pPr indent="-306000" lvl="0" marL="306000" marR="0" rtl="0" algn="l">
              <a:lnSpc>
                <a:spcPct val="80000"/>
              </a:lnSpc>
              <a:spcBef>
                <a:spcPts val="0"/>
              </a:spcBef>
              <a:spcAft>
                <a:spcPts val="0"/>
              </a:spcAft>
              <a:buClr>
                <a:srgbClr val="000000"/>
              </a:buClr>
              <a:buSzPts val="2400"/>
              <a:buFont typeface="Arial"/>
              <a:buNone/>
            </a:pPr>
            <a:r>
              <a:rPr b="0" i="0" lang="de-CH" sz="2400" u="sng" cap="none" strike="noStrike">
                <a:solidFill>
                  <a:srgbClr val="3D3D3D"/>
                </a:solidFill>
                <a:latin typeface="Calibri"/>
                <a:ea typeface="Calibri"/>
                <a:cs typeface="Calibri"/>
                <a:sym typeface="Calibri"/>
              </a:rPr>
              <a:t>Example:</a:t>
            </a:r>
            <a:endParaRPr b="0" i="0" sz="1400" u="none" cap="none" strike="noStrike">
              <a:solidFill>
                <a:srgbClr val="000000"/>
              </a:solidFill>
              <a:latin typeface="Arial"/>
              <a:ea typeface="Arial"/>
              <a:cs typeface="Arial"/>
              <a:sym typeface="Arial"/>
            </a:endParaRPr>
          </a:p>
          <a:p>
            <a:pPr indent="-306000" lvl="0" marL="306000" marR="0" rtl="0" algn="l">
              <a:lnSpc>
                <a:spcPct val="80000"/>
              </a:lnSpc>
              <a:spcBef>
                <a:spcPts val="1080"/>
              </a:spcBef>
              <a:spcAft>
                <a:spcPts val="0"/>
              </a:spcAft>
              <a:buClr>
                <a:srgbClr val="000000"/>
              </a:buClr>
              <a:buSzPts val="2400"/>
              <a:buFont typeface="Arial"/>
              <a:buNone/>
            </a:pPr>
            <a:r>
              <a:rPr b="0" i="0" lang="de-CH" sz="2400" u="none" cap="none" strike="noStrike">
                <a:solidFill>
                  <a:srgbClr val="3D3D3D"/>
                </a:solidFill>
                <a:latin typeface="Calibri"/>
                <a:ea typeface="Calibri"/>
                <a:cs typeface="Calibri"/>
                <a:sym typeface="Calibri"/>
              </a:rPr>
              <a:t>&lt;body&gt;</a:t>
            </a:r>
            <a:endParaRPr b="0" i="0" sz="1400" u="none" cap="none" strike="noStrike">
              <a:solidFill>
                <a:srgbClr val="000000"/>
              </a:solidFill>
              <a:latin typeface="Arial"/>
              <a:ea typeface="Arial"/>
              <a:cs typeface="Arial"/>
              <a:sym typeface="Arial"/>
            </a:endParaRPr>
          </a:p>
          <a:p>
            <a:pPr indent="-306000" lvl="0" marL="306000" marR="0" rtl="0" algn="l">
              <a:lnSpc>
                <a:spcPct val="80000"/>
              </a:lnSpc>
              <a:spcBef>
                <a:spcPts val="1080"/>
              </a:spcBef>
              <a:spcAft>
                <a:spcPts val="0"/>
              </a:spcAft>
              <a:buClr>
                <a:srgbClr val="000000"/>
              </a:buClr>
              <a:buSzPts val="2400"/>
              <a:buFont typeface="Arial"/>
              <a:buNone/>
            </a:pPr>
            <a:r>
              <a:rPr b="0" i="0" lang="de-CH" sz="2400" u="none" cap="none" strike="noStrike">
                <a:solidFill>
                  <a:srgbClr val="3D3D3D"/>
                </a:solidFill>
                <a:latin typeface="Calibri"/>
                <a:ea typeface="Calibri"/>
                <a:cs typeface="Calibri"/>
                <a:sym typeface="Calibri"/>
              </a:rPr>
              <a:t>    &lt;h1&gt; Aidan’s Airplanes &lt;/h1&gt;</a:t>
            </a:r>
            <a:endParaRPr b="0" i="0" sz="1400" u="none" cap="none" strike="noStrike">
              <a:solidFill>
                <a:srgbClr val="000000"/>
              </a:solidFill>
              <a:latin typeface="Arial"/>
              <a:ea typeface="Arial"/>
              <a:cs typeface="Arial"/>
              <a:sym typeface="Arial"/>
            </a:endParaRPr>
          </a:p>
          <a:p>
            <a:pPr indent="-306000" lvl="0" marL="306000" marR="0" rtl="0" algn="l">
              <a:lnSpc>
                <a:spcPct val="80000"/>
              </a:lnSpc>
              <a:spcBef>
                <a:spcPts val="1080"/>
              </a:spcBef>
              <a:spcAft>
                <a:spcPts val="0"/>
              </a:spcAft>
              <a:buClr>
                <a:srgbClr val="000000"/>
              </a:buClr>
              <a:buSzPts val="2400"/>
              <a:buFont typeface="Arial"/>
              <a:buNone/>
            </a:pPr>
            <a:r>
              <a:rPr b="0" i="0" lang="de-CH" sz="2400" u="none" cap="none" strike="noStrike">
                <a:solidFill>
                  <a:srgbClr val="3D3D3D"/>
                </a:solidFill>
                <a:latin typeface="Calibri"/>
                <a:ea typeface="Calibri"/>
                <a:cs typeface="Calibri"/>
                <a:sym typeface="Calibri"/>
              </a:rPr>
              <a:t>    &lt;h2&gt; The best in used airplanes &lt;/h2&gt;</a:t>
            </a:r>
            <a:endParaRPr b="0" i="0" sz="1400" u="none" cap="none" strike="noStrike">
              <a:solidFill>
                <a:srgbClr val="000000"/>
              </a:solidFill>
              <a:latin typeface="Arial"/>
              <a:ea typeface="Arial"/>
              <a:cs typeface="Arial"/>
              <a:sym typeface="Arial"/>
            </a:endParaRPr>
          </a:p>
          <a:p>
            <a:pPr indent="-306000" lvl="0" marL="306000" marR="0" rtl="0" algn="l">
              <a:lnSpc>
                <a:spcPct val="80000"/>
              </a:lnSpc>
              <a:spcBef>
                <a:spcPts val="1080"/>
              </a:spcBef>
              <a:spcAft>
                <a:spcPts val="0"/>
              </a:spcAft>
              <a:buClr>
                <a:srgbClr val="000000"/>
              </a:buClr>
              <a:buSzPts val="2400"/>
              <a:buFont typeface="Arial"/>
              <a:buNone/>
            </a:pPr>
            <a:r>
              <a:rPr b="0" i="0" lang="de-CH" sz="2400" u="none" cap="none" strike="noStrike">
                <a:solidFill>
                  <a:srgbClr val="3D3D3D"/>
                </a:solidFill>
                <a:latin typeface="Calibri"/>
                <a:ea typeface="Calibri"/>
                <a:cs typeface="Calibri"/>
                <a:sym typeface="Calibri"/>
              </a:rPr>
              <a:t>    &lt;h3&gt; "We’ve got them by the hangarful" &lt;/h3&gt;</a:t>
            </a:r>
            <a:endParaRPr b="0" i="0" sz="1400" u="none" cap="none" strike="noStrike">
              <a:solidFill>
                <a:srgbClr val="000000"/>
              </a:solidFill>
              <a:latin typeface="Arial"/>
              <a:ea typeface="Arial"/>
              <a:cs typeface="Arial"/>
              <a:sym typeface="Arial"/>
            </a:endParaRPr>
          </a:p>
          <a:p>
            <a:pPr indent="-306000" lvl="0" marL="306000" marR="0" rtl="0" algn="l">
              <a:lnSpc>
                <a:spcPct val="80000"/>
              </a:lnSpc>
              <a:spcBef>
                <a:spcPts val="1080"/>
              </a:spcBef>
              <a:spcAft>
                <a:spcPts val="0"/>
              </a:spcAft>
              <a:buClr>
                <a:srgbClr val="000000"/>
              </a:buClr>
              <a:buSzPts val="2400"/>
              <a:buFont typeface="Arial"/>
              <a:buNone/>
            </a:pPr>
            <a:r>
              <a:rPr b="0" i="0" lang="de-CH" sz="2400" u="none" cap="none" strike="noStrike">
                <a:solidFill>
                  <a:srgbClr val="3D3D3D"/>
                </a:solidFill>
                <a:latin typeface="Calibri"/>
                <a:ea typeface="Calibri"/>
                <a:cs typeface="Calibri"/>
                <a:sym typeface="Calibri"/>
              </a:rPr>
              <a:t>    &lt;h4&gt; We’re the guys to see for a good used airplane /h4&gt; &lt;!– Regular text size --&gt;</a:t>
            </a:r>
            <a:endParaRPr b="0" i="0" sz="2400" u="none" cap="none" strike="noStrike">
              <a:solidFill>
                <a:srgbClr val="3D3D3D"/>
              </a:solidFill>
              <a:latin typeface="Calibri"/>
              <a:ea typeface="Calibri"/>
              <a:cs typeface="Calibri"/>
              <a:sym typeface="Calibri"/>
            </a:endParaRPr>
          </a:p>
          <a:p>
            <a:pPr indent="-306000" lvl="0" marL="306000" marR="0" rtl="0" algn="l">
              <a:lnSpc>
                <a:spcPct val="80000"/>
              </a:lnSpc>
              <a:spcBef>
                <a:spcPts val="1080"/>
              </a:spcBef>
              <a:spcAft>
                <a:spcPts val="0"/>
              </a:spcAft>
              <a:buClr>
                <a:srgbClr val="000000"/>
              </a:buClr>
              <a:buSzPts val="2400"/>
              <a:buFont typeface="Arial"/>
              <a:buNone/>
            </a:pPr>
            <a:r>
              <a:rPr b="0" i="0" lang="de-CH" sz="2400" u="none" cap="none" strike="noStrike">
                <a:solidFill>
                  <a:srgbClr val="3D3D3D"/>
                </a:solidFill>
                <a:latin typeface="Calibri"/>
                <a:ea typeface="Calibri"/>
                <a:cs typeface="Calibri"/>
                <a:sym typeface="Calibri"/>
              </a:rPr>
              <a:t>    &lt;h5&gt; We offer great prices on great planes &lt;/h5&gt;</a:t>
            </a:r>
            <a:endParaRPr b="0" i="0" sz="1400" u="none" cap="none" strike="noStrike">
              <a:solidFill>
                <a:srgbClr val="000000"/>
              </a:solidFill>
              <a:latin typeface="Arial"/>
              <a:ea typeface="Arial"/>
              <a:cs typeface="Arial"/>
              <a:sym typeface="Arial"/>
            </a:endParaRPr>
          </a:p>
          <a:p>
            <a:pPr indent="-306000" lvl="0" marL="306000" marR="0" rtl="0" algn="l">
              <a:lnSpc>
                <a:spcPct val="80000"/>
              </a:lnSpc>
              <a:spcBef>
                <a:spcPts val="1080"/>
              </a:spcBef>
              <a:spcAft>
                <a:spcPts val="0"/>
              </a:spcAft>
              <a:buClr>
                <a:srgbClr val="000000"/>
              </a:buClr>
              <a:buSzPts val="2400"/>
              <a:buFont typeface="Arial"/>
              <a:buNone/>
            </a:pPr>
            <a:r>
              <a:rPr b="0" i="0" lang="de-CH" sz="2400" u="none" cap="none" strike="noStrike">
                <a:solidFill>
                  <a:srgbClr val="3D3D3D"/>
                </a:solidFill>
                <a:latin typeface="Calibri"/>
                <a:ea typeface="Calibri"/>
                <a:cs typeface="Calibri"/>
                <a:sym typeface="Calibri"/>
              </a:rPr>
              <a:t>    &lt;h6&gt; No returns, no guarantees, no refunds &lt;/h6&gt;</a:t>
            </a:r>
            <a:endParaRPr b="0" i="0" sz="1400" u="none" cap="none" strike="noStrike">
              <a:solidFill>
                <a:srgbClr val="000000"/>
              </a:solidFill>
              <a:latin typeface="Arial"/>
              <a:ea typeface="Arial"/>
              <a:cs typeface="Arial"/>
              <a:sym typeface="Arial"/>
            </a:endParaRPr>
          </a:p>
          <a:p>
            <a:pPr indent="-306000" lvl="0" marL="306000" marR="0" rtl="0" algn="l">
              <a:lnSpc>
                <a:spcPct val="80000"/>
              </a:lnSpc>
              <a:spcBef>
                <a:spcPts val="1080"/>
              </a:spcBef>
              <a:spcAft>
                <a:spcPts val="0"/>
              </a:spcAft>
              <a:buClr>
                <a:srgbClr val="000000"/>
              </a:buClr>
              <a:buSzPts val="2400"/>
              <a:buFont typeface="Arial"/>
              <a:buNone/>
            </a:pPr>
            <a:r>
              <a:rPr b="0" i="0" lang="de-CH" sz="2400" u="none" cap="none" strike="noStrike">
                <a:solidFill>
                  <a:srgbClr val="3D3D3D"/>
                </a:solidFill>
                <a:latin typeface="Calibri"/>
                <a:ea typeface="Calibri"/>
                <a:cs typeface="Calibri"/>
                <a:sym typeface="Calibri"/>
              </a:rPr>
              <a:t>&lt;/body&gt;</a:t>
            </a:r>
            <a:endParaRPr b="0" i="0" sz="1400" u="none" cap="none" strike="noStrike">
              <a:solidFill>
                <a:srgbClr val="000000"/>
              </a:solidFill>
              <a:latin typeface="Arial"/>
              <a:ea typeface="Arial"/>
              <a:cs typeface="Arial"/>
              <a:sym typeface="Arial"/>
            </a:endParaRPr>
          </a:p>
        </p:txBody>
      </p:sp>
      <p:sp>
        <p:nvSpPr>
          <p:cNvPr id="217" name="Google Shape;217;p11"/>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de-CH" sz="2400" u="none" cap="none" strike="noStrike">
                <a:solidFill>
                  <a:srgbClr val="C55A11"/>
                </a:solidFill>
                <a:latin typeface="Calibri"/>
                <a:ea typeface="Calibri"/>
                <a:cs typeface="Calibri"/>
                <a:sym typeface="Calibri"/>
              </a:rPr>
              <a:t>Headings</a:t>
            </a:r>
            <a:endParaRPr b="0" i="0" sz="1400" u="none" cap="none" strike="noStrike">
              <a:solidFill>
                <a:srgbClr val="000000"/>
              </a:solidFill>
              <a:latin typeface="Arial"/>
              <a:ea typeface="Arial"/>
              <a:cs typeface="Arial"/>
              <a:sym typeface="Arial"/>
            </a:endParaRPr>
          </a:p>
        </p:txBody>
      </p:sp>
      <p:cxnSp>
        <p:nvCxnSpPr>
          <p:cNvPr id="218" name="Google Shape;218;p11"/>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219" name="Google Shape;219;p11"/>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de-CH" sz="2400" u="none" cap="none" strike="noStrike">
                <a:solidFill>
                  <a:srgbClr val="2F5496"/>
                </a:solidFill>
                <a:latin typeface="Calibri"/>
                <a:ea typeface="Calibri"/>
                <a:cs typeface="Calibri"/>
                <a:sym typeface="Calibri"/>
              </a:rPr>
              <a:t>HTML – Basic Markups</a:t>
            </a:r>
            <a:endParaRPr b="1" i="0" sz="2400" u="none" cap="none" strike="noStrike">
              <a:solidFill>
                <a:srgbClr val="2F5496"/>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3" name="Shape 223"/>
        <p:cNvGrpSpPr/>
        <p:nvPr/>
      </p:nvGrpSpPr>
      <p:grpSpPr>
        <a:xfrm>
          <a:off x="0" y="0"/>
          <a:ext cx="0" cy="0"/>
          <a:chOff x="0" y="0"/>
          <a:chExt cx="0" cy="0"/>
        </a:xfrm>
      </p:grpSpPr>
      <p:sp>
        <p:nvSpPr>
          <p:cNvPr id="224" name="Google Shape;224;p12"/>
          <p:cNvSpPr txBox="1"/>
          <p:nvPr>
            <p:ph idx="1" type="body"/>
          </p:nvPr>
        </p:nvSpPr>
        <p:spPr>
          <a:xfrm>
            <a:off x="581192" y="1815548"/>
            <a:ext cx="11029615" cy="5042452"/>
          </a:xfrm>
          <a:prstGeom prst="rect">
            <a:avLst/>
          </a:prstGeom>
          <a:noFill/>
          <a:ln>
            <a:noFill/>
          </a:ln>
        </p:spPr>
        <p:txBody>
          <a:bodyPr anchorCtr="0" anchor="t" bIns="45700" lIns="91425" spcFirstLastPara="1" rIns="91425" wrap="square" tIns="45700">
            <a:normAutofit/>
          </a:bodyPr>
          <a:lstStyle/>
          <a:p>
            <a:pPr indent="-228600" lvl="1" marL="685800" rtl="0" algn="l">
              <a:lnSpc>
                <a:spcPct val="100000"/>
              </a:lnSpc>
              <a:spcBef>
                <a:spcPts val="0"/>
              </a:spcBef>
              <a:spcAft>
                <a:spcPts val="0"/>
              </a:spcAft>
              <a:buClr>
                <a:schemeClr val="dk1"/>
              </a:buClr>
              <a:buSzPts val="2400"/>
              <a:buChar char="•"/>
            </a:pPr>
            <a:r>
              <a:rPr lang="de-CH"/>
              <a:t>Superscripts and subscripts</a:t>
            </a:r>
            <a:endParaRPr/>
          </a:p>
          <a:p>
            <a:pPr indent="-228600" lvl="2" marL="1143000" rtl="0" algn="l">
              <a:lnSpc>
                <a:spcPct val="100000"/>
              </a:lnSpc>
              <a:spcBef>
                <a:spcPts val="480"/>
              </a:spcBef>
              <a:spcAft>
                <a:spcPts val="0"/>
              </a:spcAft>
              <a:buClr>
                <a:schemeClr val="dk1"/>
              </a:buClr>
              <a:buSzPts val="2400"/>
              <a:buChar char="•"/>
            </a:pPr>
            <a:r>
              <a:rPr lang="de-CH" sz="2400"/>
              <a:t>Subscripts with &lt;sub&gt;</a:t>
            </a:r>
            <a:endParaRPr/>
          </a:p>
          <a:p>
            <a:pPr indent="-228600" lvl="2" marL="1143000" rtl="0" algn="l">
              <a:lnSpc>
                <a:spcPct val="100000"/>
              </a:lnSpc>
              <a:spcBef>
                <a:spcPts val="480"/>
              </a:spcBef>
              <a:spcAft>
                <a:spcPts val="0"/>
              </a:spcAft>
              <a:buClr>
                <a:schemeClr val="dk1"/>
              </a:buClr>
              <a:buSzPts val="2400"/>
              <a:buChar char="•"/>
            </a:pPr>
            <a:r>
              <a:rPr lang="de-CH" sz="2400"/>
              <a:t>Superscripts with &lt;sup&gt;</a:t>
            </a:r>
            <a:endParaRPr/>
          </a:p>
          <a:p>
            <a:pPr indent="-228600" lvl="1" marL="685800" rtl="0" algn="l">
              <a:lnSpc>
                <a:spcPct val="100000"/>
              </a:lnSpc>
              <a:spcBef>
                <a:spcPts val="480"/>
              </a:spcBef>
              <a:spcAft>
                <a:spcPts val="0"/>
              </a:spcAft>
              <a:buClr>
                <a:schemeClr val="dk1"/>
              </a:buClr>
              <a:buSzPts val="2400"/>
              <a:buFont typeface="Calibri"/>
              <a:buNone/>
            </a:pPr>
            <a:r>
              <a:rPr b="1" lang="de-CH"/>
              <a:t>Example: x&lt;sub&gt;2&lt;/sub&gt;&lt;sup&gt;3&lt;/sup&gt;</a:t>
            </a:r>
            <a:endParaRPr/>
          </a:p>
          <a:p>
            <a:pPr indent="-228600" lvl="1" marL="685800" rtl="0" algn="l">
              <a:lnSpc>
                <a:spcPct val="100000"/>
              </a:lnSpc>
              <a:spcBef>
                <a:spcPts val="480"/>
              </a:spcBef>
              <a:spcAft>
                <a:spcPts val="0"/>
              </a:spcAft>
              <a:buClr>
                <a:schemeClr val="dk1"/>
              </a:buClr>
              <a:buSzPts val="2400"/>
              <a:buFont typeface="Calibri"/>
              <a:buNone/>
            </a:pPr>
            <a:r>
              <a:rPr b="1" lang="de-CH"/>
              <a:t>Display: x</a:t>
            </a:r>
            <a:r>
              <a:rPr b="1" baseline="-25000" lang="de-CH"/>
              <a:t>2</a:t>
            </a:r>
            <a:r>
              <a:rPr b="1" baseline="30000" lang="de-CH"/>
              <a:t>3</a:t>
            </a:r>
            <a:r>
              <a:rPr b="1" lang="de-CH"/>
              <a:t>   </a:t>
            </a:r>
            <a:endParaRPr/>
          </a:p>
          <a:p>
            <a:pPr indent="-228600" lvl="1" marL="685800" rtl="0" algn="l">
              <a:lnSpc>
                <a:spcPct val="100000"/>
              </a:lnSpc>
              <a:spcBef>
                <a:spcPts val="480"/>
              </a:spcBef>
              <a:spcAft>
                <a:spcPts val="0"/>
              </a:spcAft>
              <a:buClr>
                <a:schemeClr val="dk1"/>
              </a:buClr>
              <a:buSzPts val="2400"/>
              <a:buChar char="•"/>
            </a:pPr>
            <a:r>
              <a:rPr lang="de-CH"/>
              <a:t>Inline versus block elements</a:t>
            </a:r>
            <a:endParaRPr/>
          </a:p>
          <a:p>
            <a:pPr indent="-228600" lvl="2" marL="1143000" rtl="0" algn="l">
              <a:lnSpc>
                <a:spcPct val="100000"/>
              </a:lnSpc>
              <a:spcBef>
                <a:spcPts val="480"/>
              </a:spcBef>
              <a:spcAft>
                <a:spcPts val="0"/>
              </a:spcAft>
              <a:buSzPts val="2400"/>
              <a:buChar char="•"/>
            </a:pPr>
            <a:r>
              <a:rPr lang="de-CH"/>
              <a:t>Inline elements do not start on a new line and only take up as much width as necessary.</a:t>
            </a:r>
            <a:endParaRPr/>
          </a:p>
          <a:p>
            <a:pPr indent="-228600" lvl="3" marL="1600200" rtl="0" algn="l">
              <a:lnSpc>
                <a:spcPct val="100000"/>
              </a:lnSpc>
              <a:spcBef>
                <a:spcPts val="480"/>
              </a:spcBef>
              <a:spcAft>
                <a:spcPts val="0"/>
              </a:spcAft>
              <a:buSzPts val="2400"/>
              <a:buChar char="•"/>
            </a:pPr>
            <a:r>
              <a:rPr lang="de-CH"/>
              <a:t>Example  &lt;span&gt;, &lt;img&gt;, &lt;a&gt;, &lt;strong&gt; </a:t>
            </a:r>
            <a:endParaRPr/>
          </a:p>
          <a:p>
            <a:pPr indent="-228600" lvl="2" marL="1143000" rtl="0" algn="l">
              <a:lnSpc>
                <a:spcPct val="100000"/>
              </a:lnSpc>
              <a:spcBef>
                <a:spcPts val="480"/>
              </a:spcBef>
              <a:spcAft>
                <a:spcPts val="0"/>
              </a:spcAft>
              <a:buSzPts val="2400"/>
              <a:buChar char="•"/>
            </a:pPr>
            <a:r>
              <a:rPr lang="de-CH"/>
              <a:t>Block elements always start on a new line and take up the full width available. </a:t>
            </a:r>
            <a:endParaRPr/>
          </a:p>
          <a:p>
            <a:pPr indent="-228600" lvl="2" marL="1143000" rtl="0" algn="l">
              <a:lnSpc>
                <a:spcPct val="100000"/>
              </a:lnSpc>
              <a:spcBef>
                <a:spcPts val="480"/>
              </a:spcBef>
              <a:spcAft>
                <a:spcPts val="0"/>
              </a:spcAft>
              <a:buSzPts val="2400"/>
              <a:buChar char="•"/>
            </a:pPr>
            <a:r>
              <a:rPr lang="de-CH"/>
              <a:t>Example &lt;div&gt;, &lt;p&gt;, &lt;h1&gt; to &lt;h6&gt;, &lt;li&gt;</a:t>
            </a:r>
            <a:endParaRPr/>
          </a:p>
          <a:p>
            <a:pPr indent="-228600" lvl="1" marL="685800" rtl="0" algn="l">
              <a:lnSpc>
                <a:spcPct val="100000"/>
              </a:lnSpc>
              <a:spcBef>
                <a:spcPts val="480"/>
              </a:spcBef>
              <a:spcAft>
                <a:spcPts val="0"/>
              </a:spcAft>
              <a:buClr>
                <a:schemeClr val="dk1"/>
              </a:buClr>
              <a:buSzPts val="2400"/>
              <a:buChar char="•"/>
            </a:pPr>
            <a:r>
              <a:rPr lang="de-CH"/>
              <a:t>Block elements CANNOT be nested in inline elements</a:t>
            </a:r>
            <a:endParaRPr/>
          </a:p>
        </p:txBody>
      </p:sp>
      <p:sp>
        <p:nvSpPr>
          <p:cNvPr id="225" name="Google Shape;225;p12"/>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de-CH" sz="2400" u="none" cap="none" strike="noStrike">
                <a:solidFill>
                  <a:srgbClr val="C55A11"/>
                </a:solidFill>
                <a:latin typeface="Calibri"/>
                <a:ea typeface="Calibri"/>
                <a:cs typeface="Calibri"/>
                <a:sym typeface="Calibri"/>
              </a:rPr>
              <a:t>Formatting tags</a:t>
            </a:r>
            <a:endParaRPr b="0" i="0" sz="1400" u="none" cap="none" strike="noStrike">
              <a:solidFill>
                <a:srgbClr val="000000"/>
              </a:solidFill>
              <a:latin typeface="Arial"/>
              <a:ea typeface="Arial"/>
              <a:cs typeface="Arial"/>
              <a:sym typeface="Arial"/>
            </a:endParaRPr>
          </a:p>
        </p:txBody>
      </p:sp>
      <p:cxnSp>
        <p:nvCxnSpPr>
          <p:cNvPr id="226" name="Google Shape;226;p12"/>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227" name="Google Shape;227;p12"/>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de-CH" sz="2400" u="none" cap="none" strike="noStrike">
                <a:solidFill>
                  <a:srgbClr val="2F5496"/>
                </a:solidFill>
                <a:latin typeface="Calibri"/>
                <a:ea typeface="Calibri"/>
                <a:cs typeface="Calibri"/>
                <a:sym typeface="Calibri"/>
              </a:rPr>
              <a:t>HTML – Basic Markups</a:t>
            </a:r>
            <a:endParaRPr b="1" i="0" sz="2400" u="none" cap="none" strike="noStrike">
              <a:solidFill>
                <a:srgbClr val="2F5496"/>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1" name="Shape 231"/>
        <p:cNvGrpSpPr/>
        <p:nvPr/>
      </p:nvGrpSpPr>
      <p:grpSpPr>
        <a:xfrm>
          <a:off x="0" y="0"/>
          <a:ext cx="0" cy="0"/>
          <a:chOff x="0" y="0"/>
          <a:chExt cx="0" cy="0"/>
        </a:xfrm>
      </p:grpSpPr>
      <p:sp>
        <p:nvSpPr>
          <p:cNvPr id="232" name="Google Shape;232;p13"/>
          <p:cNvSpPr txBox="1"/>
          <p:nvPr>
            <p:ph idx="1" type="body"/>
          </p:nvPr>
        </p:nvSpPr>
        <p:spPr>
          <a:xfrm>
            <a:off x="603682" y="1600200"/>
            <a:ext cx="9835718" cy="480060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400"/>
              <a:buChar char="•"/>
            </a:pPr>
            <a:r>
              <a:rPr lang="de-CH" sz="2400"/>
              <a:t>Character Entities:</a:t>
            </a:r>
            <a:endParaRPr/>
          </a:p>
          <a:p>
            <a:pPr indent="-228600" lvl="1" marL="685800" rtl="0" algn="l">
              <a:lnSpc>
                <a:spcPct val="90000"/>
              </a:lnSpc>
              <a:spcBef>
                <a:spcPts val="500"/>
              </a:spcBef>
              <a:spcAft>
                <a:spcPts val="0"/>
              </a:spcAft>
              <a:buClr>
                <a:schemeClr val="dk1"/>
              </a:buClr>
              <a:buSzPts val="2400"/>
              <a:buNone/>
            </a:pPr>
            <a:r>
              <a:rPr i="1" lang="de-CH"/>
              <a:t>Char.	     Entity	               Meaning	</a:t>
            </a:r>
            <a:endParaRPr/>
          </a:p>
          <a:p>
            <a:pPr indent="-228600" lvl="1" marL="685800" rtl="0" algn="l">
              <a:lnSpc>
                <a:spcPct val="90000"/>
              </a:lnSpc>
              <a:spcBef>
                <a:spcPts val="500"/>
              </a:spcBef>
              <a:spcAft>
                <a:spcPts val="0"/>
              </a:spcAft>
              <a:buClr>
                <a:schemeClr val="dk1"/>
              </a:buClr>
              <a:buSzPts val="2400"/>
              <a:buNone/>
            </a:pPr>
            <a:r>
              <a:rPr lang="de-CH"/>
              <a:t>&amp;		       &amp;amp;	             Ampersand	</a:t>
            </a:r>
            <a:endParaRPr/>
          </a:p>
          <a:p>
            <a:pPr indent="-228600" lvl="1" marL="685800" rtl="0" algn="l">
              <a:lnSpc>
                <a:spcPct val="90000"/>
              </a:lnSpc>
              <a:spcBef>
                <a:spcPts val="500"/>
              </a:spcBef>
              <a:spcAft>
                <a:spcPts val="0"/>
              </a:spcAft>
              <a:buClr>
                <a:schemeClr val="dk1"/>
              </a:buClr>
              <a:buSzPts val="2400"/>
              <a:buNone/>
            </a:pPr>
            <a:r>
              <a:rPr lang="de-CH"/>
              <a:t>&lt;		       &amp;lt;	             Less than	</a:t>
            </a:r>
            <a:endParaRPr/>
          </a:p>
          <a:p>
            <a:pPr indent="-228600" lvl="1" marL="685800" rtl="0" algn="l">
              <a:lnSpc>
                <a:spcPct val="90000"/>
              </a:lnSpc>
              <a:spcBef>
                <a:spcPts val="500"/>
              </a:spcBef>
              <a:spcAft>
                <a:spcPts val="0"/>
              </a:spcAft>
              <a:buClr>
                <a:schemeClr val="dk1"/>
              </a:buClr>
              <a:buSzPts val="2400"/>
              <a:buNone/>
            </a:pPr>
            <a:r>
              <a:rPr lang="de-CH"/>
              <a:t>&gt;		       &amp;gt;	             Greater than	</a:t>
            </a:r>
            <a:endParaRPr/>
          </a:p>
          <a:p>
            <a:pPr indent="-228600" lvl="1" marL="685800" rtl="0" algn="l">
              <a:lnSpc>
                <a:spcPct val="90000"/>
              </a:lnSpc>
              <a:spcBef>
                <a:spcPts val="500"/>
              </a:spcBef>
              <a:spcAft>
                <a:spcPts val="0"/>
              </a:spcAft>
              <a:buClr>
                <a:schemeClr val="dk1"/>
              </a:buClr>
              <a:buSzPts val="2400"/>
              <a:buNone/>
            </a:pPr>
            <a:r>
              <a:rPr lang="de-CH"/>
              <a:t>”		       &amp;quot;	             Double quote	</a:t>
            </a:r>
            <a:endParaRPr/>
          </a:p>
          <a:p>
            <a:pPr indent="-228600" lvl="1" marL="685800" rtl="0" algn="l">
              <a:lnSpc>
                <a:spcPct val="90000"/>
              </a:lnSpc>
              <a:spcBef>
                <a:spcPts val="500"/>
              </a:spcBef>
              <a:spcAft>
                <a:spcPts val="0"/>
              </a:spcAft>
              <a:buClr>
                <a:schemeClr val="dk1"/>
              </a:buClr>
              <a:buSzPts val="2400"/>
              <a:buNone/>
            </a:pPr>
            <a:r>
              <a:rPr lang="de-CH"/>
              <a:t>’		       &amp;apos;	             Single quote	</a:t>
            </a:r>
            <a:endParaRPr/>
          </a:p>
          <a:p>
            <a:pPr indent="-228600" lvl="1" marL="685800" rtl="0" algn="l">
              <a:lnSpc>
                <a:spcPct val="90000"/>
              </a:lnSpc>
              <a:spcBef>
                <a:spcPts val="500"/>
              </a:spcBef>
              <a:spcAft>
                <a:spcPts val="0"/>
              </a:spcAft>
              <a:buClr>
                <a:schemeClr val="dk1"/>
              </a:buClr>
              <a:buSzPts val="2400"/>
              <a:buNone/>
            </a:pPr>
            <a:r>
              <a:rPr lang="de-CH"/>
              <a:t>(space)    &amp;nbsp;		            Non-breaking space	</a:t>
            </a:r>
            <a:endParaRPr/>
          </a:p>
          <a:p>
            <a:pPr indent="-228600" lvl="0" marL="228600" rtl="0" algn="l">
              <a:lnSpc>
                <a:spcPct val="90000"/>
              </a:lnSpc>
              <a:spcBef>
                <a:spcPts val="1000"/>
              </a:spcBef>
              <a:spcAft>
                <a:spcPts val="0"/>
              </a:spcAft>
              <a:buClr>
                <a:schemeClr val="dk1"/>
              </a:buClr>
              <a:buSzPts val="2400"/>
              <a:buChar char="•"/>
            </a:pPr>
            <a:r>
              <a:rPr lang="de-CH" sz="2400"/>
              <a:t>Horizontal rules:</a:t>
            </a:r>
            <a:endParaRPr/>
          </a:p>
          <a:p>
            <a:pPr indent="0" lvl="1" marL="457200" rtl="0" algn="l">
              <a:lnSpc>
                <a:spcPct val="90000"/>
              </a:lnSpc>
              <a:spcBef>
                <a:spcPts val="500"/>
              </a:spcBef>
              <a:spcAft>
                <a:spcPts val="0"/>
              </a:spcAft>
              <a:buClr>
                <a:schemeClr val="dk1"/>
              </a:buClr>
              <a:buSzPts val="2400"/>
              <a:buNone/>
            </a:pPr>
            <a:r>
              <a:rPr lang="de-CH"/>
              <a:t>&lt;hr /&gt; draws a line across the display, after a line break</a:t>
            </a:r>
            <a:endParaRPr/>
          </a:p>
        </p:txBody>
      </p:sp>
      <p:sp>
        <p:nvSpPr>
          <p:cNvPr id="233" name="Google Shape;233;p13"/>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de-CH" sz="2400" u="none" cap="none" strike="noStrike">
                <a:solidFill>
                  <a:srgbClr val="C55A11"/>
                </a:solidFill>
                <a:latin typeface="Calibri"/>
                <a:ea typeface="Calibri"/>
                <a:cs typeface="Calibri"/>
                <a:sym typeface="Calibri"/>
              </a:rPr>
              <a:t>Special Characters</a:t>
            </a:r>
            <a:endParaRPr b="0" i="0" sz="1400" u="none" cap="none" strike="noStrike">
              <a:solidFill>
                <a:srgbClr val="000000"/>
              </a:solidFill>
              <a:latin typeface="Arial"/>
              <a:ea typeface="Arial"/>
              <a:cs typeface="Arial"/>
              <a:sym typeface="Arial"/>
            </a:endParaRPr>
          </a:p>
        </p:txBody>
      </p:sp>
      <p:cxnSp>
        <p:nvCxnSpPr>
          <p:cNvPr id="234" name="Google Shape;234;p13"/>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235" name="Google Shape;235;p13"/>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de-CH" sz="2400" u="none" cap="none" strike="noStrike">
                <a:solidFill>
                  <a:srgbClr val="2F5496"/>
                </a:solidFill>
                <a:latin typeface="Calibri"/>
                <a:ea typeface="Calibri"/>
                <a:cs typeface="Calibri"/>
                <a:sym typeface="Calibri"/>
              </a:rPr>
              <a:t>HTML – Basic Markups</a:t>
            </a:r>
            <a:endParaRPr b="1" i="0" sz="2400" u="none" cap="none" strike="noStrike">
              <a:solidFill>
                <a:srgbClr val="2F5496"/>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9" name="Shape 239"/>
        <p:cNvGrpSpPr/>
        <p:nvPr/>
      </p:nvGrpSpPr>
      <p:grpSpPr>
        <a:xfrm>
          <a:off x="0" y="0"/>
          <a:ext cx="0" cy="0"/>
          <a:chOff x="0" y="0"/>
          <a:chExt cx="0" cy="0"/>
        </a:xfrm>
      </p:grpSpPr>
      <p:sp>
        <p:nvSpPr>
          <p:cNvPr id="240" name="Google Shape;240;p14"/>
          <p:cNvSpPr txBox="1"/>
          <p:nvPr>
            <p:ph idx="1" type="body"/>
          </p:nvPr>
        </p:nvSpPr>
        <p:spPr>
          <a:xfrm>
            <a:off x="371880" y="1513221"/>
            <a:ext cx="10389905" cy="4876800"/>
          </a:xfrm>
          <a:prstGeom prst="rect">
            <a:avLst/>
          </a:prstGeom>
          <a:noFill/>
          <a:ln>
            <a:noFill/>
          </a:ln>
        </p:spPr>
        <p:txBody>
          <a:bodyPr anchorCtr="0" anchor="t" bIns="45700" lIns="91425" spcFirstLastPara="1" rIns="91425" wrap="square" tIns="45700">
            <a:noAutofit/>
          </a:bodyPr>
          <a:lstStyle/>
          <a:p>
            <a:pPr indent="-168275" lvl="0" marL="168275" rtl="0" algn="l">
              <a:lnSpc>
                <a:spcPct val="110000"/>
              </a:lnSpc>
              <a:spcBef>
                <a:spcPts val="0"/>
              </a:spcBef>
              <a:spcAft>
                <a:spcPts val="0"/>
              </a:spcAft>
              <a:buClr>
                <a:schemeClr val="dk1"/>
              </a:buClr>
              <a:buSzPts val="2400"/>
              <a:buChar char="•"/>
            </a:pPr>
            <a:r>
              <a:rPr lang="de-CH" sz="2400"/>
              <a:t>GIF (Graphic Interchange Format) =8-bit color (256 different colors)</a:t>
            </a:r>
            <a:endParaRPr/>
          </a:p>
          <a:p>
            <a:pPr indent="-168275" lvl="0" marL="168275" rtl="0" algn="l">
              <a:lnSpc>
                <a:spcPct val="110000"/>
              </a:lnSpc>
              <a:spcBef>
                <a:spcPts val="1000"/>
              </a:spcBef>
              <a:spcAft>
                <a:spcPts val="0"/>
              </a:spcAft>
              <a:buClr>
                <a:schemeClr val="dk1"/>
              </a:buClr>
              <a:buSzPts val="2400"/>
              <a:buChar char="•"/>
            </a:pPr>
            <a:r>
              <a:rPr lang="de-CH" sz="2400"/>
              <a:t>JPEG (Joint Photographic Experts Group) =24-bit color (16 million different colors)</a:t>
            </a:r>
            <a:endParaRPr/>
          </a:p>
          <a:p>
            <a:pPr indent="-168275" lvl="0" marL="168275" rtl="0" algn="l">
              <a:lnSpc>
                <a:spcPct val="110000"/>
              </a:lnSpc>
              <a:spcBef>
                <a:spcPts val="1000"/>
              </a:spcBef>
              <a:spcAft>
                <a:spcPts val="0"/>
              </a:spcAft>
              <a:buClr>
                <a:schemeClr val="dk1"/>
              </a:buClr>
              <a:buSzPts val="2400"/>
              <a:buChar char="•"/>
            </a:pPr>
            <a:r>
              <a:rPr lang="de-CH" sz="2400"/>
              <a:t>Portable Network Graphics (PNG)</a:t>
            </a:r>
            <a:endParaRPr/>
          </a:p>
          <a:p>
            <a:pPr indent="-168275" lvl="0" marL="168275" rtl="0" algn="l">
              <a:lnSpc>
                <a:spcPct val="110000"/>
              </a:lnSpc>
              <a:spcBef>
                <a:spcPts val="1000"/>
              </a:spcBef>
              <a:spcAft>
                <a:spcPts val="0"/>
              </a:spcAft>
              <a:buClr>
                <a:schemeClr val="dk1"/>
              </a:buClr>
              <a:buSzPts val="2400"/>
              <a:buChar char="•"/>
            </a:pPr>
            <a:r>
              <a:rPr lang="de-CH" sz="2400"/>
              <a:t>Images are inserted into a document with the &lt;img /&gt; tag with the src attribute</a:t>
            </a:r>
            <a:endParaRPr/>
          </a:p>
          <a:p>
            <a:pPr indent="-165100" lvl="1" marL="512763" rtl="0" algn="l">
              <a:lnSpc>
                <a:spcPct val="110000"/>
              </a:lnSpc>
              <a:spcBef>
                <a:spcPts val="500"/>
              </a:spcBef>
              <a:spcAft>
                <a:spcPts val="0"/>
              </a:spcAft>
              <a:buClr>
                <a:schemeClr val="dk1"/>
              </a:buClr>
              <a:buSzPts val="2400"/>
              <a:buChar char="•"/>
            </a:pPr>
            <a:r>
              <a:rPr lang="de-CH"/>
              <a:t>The alt attribute is required by XHTML</a:t>
            </a:r>
            <a:endParaRPr/>
          </a:p>
          <a:p>
            <a:pPr indent="-165097" lvl="1" marL="512763" rtl="0" algn="l">
              <a:lnSpc>
                <a:spcPct val="110000"/>
              </a:lnSpc>
              <a:spcBef>
                <a:spcPts val="500"/>
              </a:spcBef>
              <a:spcAft>
                <a:spcPts val="0"/>
              </a:spcAft>
              <a:buClr>
                <a:schemeClr val="dk1"/>
              </a:buClr>
              <a:buSzPts val="2400"/>
              <a:buNone/>
            </a:pPr>
            <a:r>
              <a:rPr lang="de-CH"/>
              <a:t>&lt;img src = "comets.jpg"  alt = "Picture of comets" /&gt;</a:t>
            </a:r>
            <a:endParaRPr/>
          </a:p>
          <a:p>
            <a:pPr indent="-168275" lvl="0" marL="168275" rtl="0" algn="l">
              <a:lnSpc>
                <a:spcPct val="110000"/>
              </a:lnSpc>
              <a:spcBef>
                <a:spcPts val="1000"/>
              </a:spcBef>
              <a:spcAft>
                <a:spcPts val="0"/>
              </a:spcAft>
              <a:buClr>
                <a:schemeClr val="dk1"/>
              </a:buClr>
              <a:buSzPts val="2400"/>
              <a:buChar char="•"/>
            </a:pPr>
            <a:r>
              <a:rPr lang="de-CH" sz="2400"/>
              <a:t>The &lt;img&gt; tag has 30 different attributes, including width and height (in pixels)</a:t>
            </a:r>
            <a:endParaRPr/>
          </a:p>
          <a:p>
            <a:pPr indent="-15875" lvl="0" marL="168275" rtl="0" algn="l">
              <a:lnSpc>
                <a:spcPct val="110000"/>
              </a:lnSpc>
              <a:spcBef>
                <a:spcPts val="1000"/>
              </a:spcBef>
              <a:spcAft>
                <a:spcPts val="0"/>
              </a:spcAft>
              <a:buClr>
                <a:schemeClr val="dk1"/>
              </a:buClr>
              <a:buSzPts val="2400"/>
              <a:buNone/>
            </a:pPr>
            <a:r>
              <a:t/>
            </a:r>
            <a:endParaRPr sz="2400"/>
          </a:p>
        </p:txBody>
      </p:sp>
      <p:sp>
        <p:nvSpPr>
          <p:cNvPr id="241" name="Google Shape;241;p14"/>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de-CH" sz="2400" u="none" cap="none" strike="noStrike">
                <a:solidFill>
                  <a:srgbClr val="C55A11"/>
                </a:solidFill>
                <a:latin typeface="Calibri"/>
                <a:ea typeface="Calibri"/>
                <a:cs typeface="Calibri"/>
                <a:sym typeface="Calibri"/>
              </a:rPr>
              <a:t>Images</a:t>
            </a:r>
            <a:endParaRPr b="0" i="0" sz="1400" u="none" cap="none" strike="noStrike">
              <a:solidFill>
                <a:srgbClr val="000000"/>
              </a:solidFill>
              <a:latin typeface="Arial"/>
              <a:ea typeface="Arial"/>
              <a:cs typeface="Arial"/>
              <a:sym typeface="Arial"/>
            </a:endParaRPr>
          </a:p>
        </p:txBody>
      </p:sp>
      <p:cxnSp>
        <p:nvCxnSpPr>
          <p:cNvPr id="242" name="Google Shape;242;p14"/>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243" name="Google Shape;243;p14"/>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de-CH" sz="2400" u="none" cap="none" strike="noStrike">
                <a:solidFill>
                  <a:srgbClr val="2F5496"/>
                </a:solidFill>
                <a:latin typeface="Calibri"/>
                <a:ea typeface="Calibri"/>
                <a:cs typeface="Calibri"/>
                <a:sym typeface="Calibri"/>
              </a:rPr>
              <a:t>HTML – Basic Markups</a:t>
            </a:r>
            <a:endParaRPr b="1" i="0" sz="2400" u="none" cap="none" strike="noStrike">
              <a:solidFill>
                <a:srgbClr val="2F5496"/>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7" name="Shape 247"/>
        <p:cNvGrpSpPr/>
        <p:nvPr/>
      </p:nvGrpSpPr>
      <p:grpSpPr>
        <a:xfrm>
          <a:off x="0" y="0"/>
          <a:ext cx="0" cy="0"/>
          <a:chOff x="0" y="0"/>
          <a:chExt cx="0" cy="0"/>
        </a:xfrm>
      </p:grpSpPr>
      <p:sp>
        <p:nvSpPr>
          <p:cNvPr id="248" name="Google Shape;248;p15"/>
          <p:cNvSpPr txBox="1"/>
          <p:nvPr>
            <p:ph idx="1" type="body"/>
          </p:nvPr>
        </p:nvSpPr>
        <p:spPr>
          <a:xfrm>
            <a:off x="196521" y="1487145"/>
            <a:ext cx="7813113" cy="4673958"/>
          </a:xfrm>
          <a:prstGeom prst="rect">
            <a:avLst/>
          </a:prstGeom>
          <a:noFill/>
          <a:ln>
            <a:noFill/>
          </a:ln>
        </p:spPr>
        <p:txBody>
          <a:bodyPr anchorCtr="0" anchor="t" bIns="45700" lIns="91425" spcFirstLastPara="1" rIns="91425" wrap="square" tIns="45700">
            <a:normAutofit fontScale="25000" lnSpcReduction="20000"/>
          </a:bodyPr>
          <a:lstStyle/>
          <a:p>
            <a:pPr indent="-228600" lvl="0" marL="228600" rtl="0" algn="l">
              <a:lnSpc>
                <a:spcPct val="80000"/>
              </a:lnSpc>
              <a:spcBef>
                <a:spcPts val="0"/>
              </a:spcBef>
              <a:spcAft>
                <a:spcPts val="0"/>
              </a:spcAft>
              <a:buClr>
                <a:schemeClr val="dk1"/>
              </a:buClr>
              <a:buSzPct val="100000"/>
              <a:buFont typeface="Calibri"/>
              <a:buNone/>
            </a:pPr>
            <a:r>
              <a:t/>
            </a:r>
            <a:endParaRPr b="1" sz="4400">
              <a:latin typeface="Courier New"/>
              <a:ea typeface="Courier New"/>
              <a:cs typeface="Courier New"/>
              <a:sym typeface="Courier New"/>
            </a:endParaRPr>
          </a:p>
          <a:p>
            <a:pPr indent="-228600" lvl="0" marL="228600" rtl="0" algn="l">
              <a:lnSpc>
                <a:spcPct val="80000"/>
              </a:lnSpc>
              <a:spcBef>
                <a:spcPts val="480"/>
              </a:spcBef>
              <a:spcAft>
                <a:spcPts val="0"/>
              </a:spcAft>
              <a:buClr>
                <a:schemeClr val="dk1"/>
              </a:buClr>
              <a:buSzPct val="100000"/>
              <a:buFont typeface="Calibri"/>
              <a:buNone/>
            </a:pPr>
            <a:r>
              <a:rPr lang="de-CH" sz="9600">
                <a:latin typeface="Calibri"/>
                <a:ea typeface="Calibri"/>
                <a:cs typeface="Calibri"/>
                <a:sym typeface="Calibri"/>
              </a:rPr>
              <a:t>&lt;html&gt;</a:t>
            </a:r>
            <a:endParaRPr/>
          </a:p>
          <a:p>
            <a:pPr indent="-228600" lvl="0" marL="228600" rtl="0" algn="l">
              <a:lnSpc>
                <a:spcPct val="80000"/>
              </a:lnSpc>
              <a:spcBef>
                <a:spcPts val="480"/>
              </a:spcBef>
              <a:spcAft>
                <a:spcPts val="0"/>
              </a:spcAft>
              <a:buClr>
                <a:schemeClr val="dk1"/>
              </a:buClr>
              <a:buSzPct val="100000"/>
              <a:buFont typeface="Calibri"/>
              <a:buNone/>
            </a:pPr>
            <a:r>
              <a:rPr lang="de-CH" sz="9600">
                <a:latin typeface="Calibri"/>
                <a:ea typeface="Calibri"/>
                <a:cs typeface="Calibri"/>
                <a:sym typeface="Calibri"/>
              </a:rPr>
              <a:t>  &lt;head&gt; &lt;title&gt; Images &lt;/title&gt;</a:t>
            </a:r>
            <a:endParaRPr/>
          </a:p>
          <a:p>
            <a:pPr indent="-228600" lvl="0" marL="228600" rtl="0" algn="l">
              <a:lnSpc>
                <a:spcPct val="80000"/>
              </a:lnSpc>
              <a:spcBef>
                <a:spcPts val="480"/>
              </a:spcBef>
              <a:spcAft>
                <a:spcPts val="0"/>
              </a:spcAft>
              <a:buClr>
                <a:schemeClr val="dk1"/>
              </a:buClr>
              <a:buSzPct val="100000"/>
              <a:buFont typeface="Calibri"/>
              <a:buNone/>
            </a:pPr>
            <a:r>
              <a:rPr lang="de-CH" sz="9600">
                <a:latin typeface="Calibri"/>
                <a:ea typeface="Calibri"/>
                <a:cs typeface="Calibri"/>
                <a:sym typeface="Calibri"/>
              </a:rPr>
              <a:t>  &lt;/head&gt;</a:t>
            </a:r>
            <a:endParaRPr/>
          </a:p>
          <a:p>
            <a:pPr indent="-228600" lvl="0" marL="228600" rtl="0" algn="l">
              <a:lnSpc>
                <a:spcPct val="80000"/>
              </a:lnSpc>
              <a:spcBef>
                <a:spcPts val="480"/>
              </a:spcBef>
              <a:spcAft>
                <a:spcPts val="0"/>
              </a:spcAft>
              <a:buClr>
                <a:schemeClr val="dk1"/>
              </a:buClr>
              <a:buSzPct val="100000"/>
              <a:buFont typeface="Calibri"/>
              <a:buNone/>
            </a:pPr>
            <a:r>
              <a:rPr lang="de-CH" sz="9600">
                <a:latin typeface="Calibri"/>
                <a:ea typeface="Calibri"/>
                <a:cs typeface="Calibri"/>
                <a:sym typeface="Calibri"/>
              </a:rPr>
              <a:t>  &lt;body&gt;</a:t>
            </a:r>
            <a:endParaRPr/>
          </a:p>
          <a:p>
            <a:pPr indent="-228600" lvl="0" marL="228600" rtl="0" algn="l">
              <a:lnSpc>
                <a:spcPct val="80000"/>
              </a:lnSpc>
              <a:spcBef>
                <a:spcPts val="480"/>
              </a:spcBef>
              <a:spcAft>
                <a:spcPts val="0"/>
              </a:spcAft>
              <a:buClr>
                <a:schemeClr val="dk1"/>
              </a:buClr>
              <a:buSzPct val="100000"/>
              <a:buFont typeface="Calibri"/>
              <a:buNone/>
            </a:pPr>
            <a:r>
              <a:rPr lang="de-CH" sz="9600">
                <a:latin typeface="Calibri"/>
                <a:ea typeface="Calibri"/>
                <a:cs typeface="Calibri"/>
                <a:sym typeface="Calibri"/>
              </a:rPr>
              <a:t>&lt;p&gt;</a:t>
            </a:r>
            <a:endParaRPr/>
          </a:p>
          <a:p>
            <a:pPr indent="-228600" lvl="0" marL="228600" rtl="0" algn="l">
              <a:lnSpc>
                <a:spcPct val="80000"/>
              </a:lnSpc>
              <a:spcBef>
                <a:spcPts val="480"/>
              </a:spcBef>
              <a:spcAft>
                <a:spcPts val="0"/>
              </a:spcAft>
              <a:buClr>
                <a:schemeClr val="dk1"/>
              </a:buClr>
              <a:buSzPct val="100000"/>
              <a:buFont typeface="Calibri"/>
              <a:buNone/>
            </a:pPr>
            <a:r>
              <a:rPr lang="de-CH" sz="9600">
                <a:latin typeface="Calibri"/>
                <a:ea typeface="Calibri"/>
                <a:cs typeface="Calibri"/>
                <a:sym typeface="Calibri"/>
              </a:rPr>
              <a:t>&lt;img src = "c210new.jpg"  alt = "Picture of a Cessna 210"/&gt; </a:t>
            </a:r>
            <a:endParaRPr/>
          </a:p>
          <a:p>
            <a:pPr indent="-228600" lvl="0" marL="228600" rtl="0" algn="l">
              <a:lnSpc>
                <a:spcPct val="80000"/>
              </a:lnSpc>
              <a:spcBef>
                <a:spcPts val="480"/>
              </a:spcBef>
              <a:spcAft>
                <a:spcPts val="0"/>
              </a:spcAft>
              <a:buClr>
                <a:schemeClr val="dk1"/>
              </a:buClr>
              <a:buSzPct val="100000"/>
              <a:buFont typeface="Calibri"/>
              <a:buNone/>
            </a:pPr>
            <a:r>
              <a:rPr lang="de-CH" sz="9600">
                <a:latin typeface="Calibri"/>
                <a:ea typeface="Calibri"/>
                <a:cs typeface="Calibri"/>
                <a:sym typeface="Calibri"/>
              </a:rPr>
              <a:t>      &lt;br /&gt;</a:t>
            </a:r>
            <a:endParaRPr/>
          </a:p>
          <a:p>
            <a:pPr indent="-228600" lvl="0" marL="228600" rtl="0" algn="l">
              <a:lnSpc>
                <a:spcPct val="80000"/>
              </a:lnSpc>
              <a:spcBef>
                <a:spcPts val="480"/>
              </a:spcBef>
              <a:spcAft>
                <a:spcPts val="0"/>
              </a:spcAft>
              <a:buClr>
                <a:schemeClr val="dk1"/>
              </a:buClr>
              <a:buSzPct val="100000"/>
              <a:buFont typeface="Calibri"/>
              <a:buNone/>
            </a:pPr>
            <a:r>
              <a:rPr lang="de-CH" sz="9600">
                <a:latin typeface="Calibri"/>
                <a:ea typeface="Calibri"/>
                <a:cs typeface="Calibri"/>
                <a:sym typeface="Calibri"/>
              </a:rPr>
              <a:t>      Buy this fine airplane today at a </a:t>
            </a:r>
            <a:endParaRPr/>
          </a:p>
          <a:p>
            <a:pPr indent="-228600" lvl="0" marL="228600" rtl="0" algn="l">
              <a:lnSpc>
                <a:spcPct val="80000"/>
              </a:lnSpc>
              <a:spcBef>
                <a:spcPts val="480"/>
              </a:spcBef>
              <a:spcAft>
                <a:spcPts val="0"/>
              </a:spcAft>
              <a:buClr>
                <a:schemeClr val="dk1"/>
              </a:buClr>
              <a:buSzPct val="100000"/>
              <a:buFont typeface="Calibri"/>
              <a:buNone/>
            </a:pPr>
            <a:r>
              <a:rPr lang="de-CH" sz="9600">
                <a:latin typeface="Calibri"/>
                <a:ea typeface="Calibri"/>
                <a:cs typeface="Calibri"/>
                <a:sym typeface="Calibri"/>
              </a:rPr>
              <a:t>      remarkably low price &lt;br /&gt;</a:t>
            </a:r>
            <a:endParaRPr/>
          </a:p>
          <a:p>
            <a:pPr indent="-228600" lvl="0" marL="228600" rtl="0" algn="l">
              <a:lnSpc>
                <a:spcPct val="80000"/>
              </a:lnSpc>
              <a:spcBef>
                <a:spcPts val="480"/>
              </a:spcBef>
              <a:spcAft>
                <a:spcPts val="0"/>
              </a:spcAft>
              <a:buClr>
                <a:schemeClr val="dk1"/>
              </a:buClr>
              <a:buSzPct val="100000"/>
              <a:buFont typeface="Calibri"/>
              <a:buNone/>
            </a:pPr>
            <a:r>
              <a:rPr lang="de-CH" sz="9600">
                <a:latin typeface="Calibri"/>
                <a:ea typeface="Calibri"/>
                <a:cs typeface="Calibri"/>
                <a:sym typeface="Calibri"/>
              </a:rPr>
              <a:t>      Call 999-555-1111 today!</a:t>
            </a:r>
            <a:endParaRPr/>
          </a:p>
          <a:p>
            <a:pPr indent="-228600" lvl="0" marL="228600" rtl="0" algn="l">
              <a:lnSpc>
                <a:spcPct val="80000"/>
              </a:lnSpc>
              <a:spcBef>
                <a:spcPts val="480"/>
              </a:spcBef>
              <a:spcAft>
                <a:spcPts val="0"/>
              </a:spcAft>
              <a:buClr>
                <a:schemeClr val="dk1"/>
              </a:buClr>
              <a:buSzPct val="100000"/>
              <a:buFont typeface="Calibri"/>
              <a:buNone/>
            </a:pPr>
            <a:r>
              <a:rPr lang="de-CH" sz="9600">
                <a:latin typeface="Calibri"/>
                <a:ea typeface="Calibri"/>
                <a:cs typeface="Calibri"/>
                <a:sym typeface="Calibri"/>
              </a:rPr>
              <a:t> &lt;/p&gt;</a:t>
            </a:r>
            <a:endParaRPr/>
          </a:p>
          <a:p>
            <a:pPr indent="-228600" lvl="0" marL="228600" rtl="0" algn="l">
              <a:lnSpc>
                <a:spcPct val="80000"/>
              </a:lnSpc>
              <a:spcBef>
                <a:spcPts val="480"/>
              </a:spcBef>
              <a:spcAft>
                <a:spcPts val="0"/>
              </a:spcAft>
              <a:buClr>
                <a:schemeClr val="dk1"/>
              </a:buClr>
              <a:buSzPct val="100000"/>
              <a:buFont typeface="Calibri"/>
              <a:buNone/>
            </a:pPr>
            <a:r>
              <a:rPr lang="de-CH" sz="9600">
                <a:latin typeface="Calibri"/>
                <a:ea typeface="Calibri"/>
                <a:cs typeface="Calibri"/>
                <a:sym typeface="Calibri"/>
              </a:rPr>
              <a:t> &lt;/body&gt;</a:t>
            </a:r>
            <a:endParaRPr/>
          </a:p>
          <a:p>
            <a:pPr indent="-228600" lvl="0" marL="228600" rtl="0" algn="l">
              <a:lnSpc>
                <a:spcPct val="80000"/>
              </a:lnSpc>
              <a:spcBef>
                <a:spcPts val="480"/>
              </a:spcBef>
              <a:spcAft>
                <a:spcPts val="0"/>
              </a:spcAft>
              <a:buClr>
                <a:schemeClr val="dk1"/>
              </a:buClr>
              <a:buSzPct val="100000"/>
              <a:buFont typeface="Calibri"/>
              <a:buNone/>
            </a:pPr>
            <a:r>
              <a:rPr lang="de-CH" sz="9600">
                <a:latin typeface="Calibri"/>
                <a:ea typeface="Calibri"/>
                <a:cs typeface="Calibri"/>
                <a:sym typeface="Calibri"/>
              </a:rPr>
              <a:t>&lt;/html&gt;</a:t>
            </a:r>
            <a:endParaRPr/>
          </a:p>
        </p:txBody>
      </p:sp>
      <p:sp>
        <p:nvSpPr>
          <p:cNvPr id="249" name="Google Shape;249;p15"/>
          <p:cNvSpPr txBox="1"/>
          <p:nvPr/>
        </p:nvSpPr>
        <p:spPr>
          <a:xfrm>
            <a:off x="83978" y="161582"/>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4400"/>
              <a:buFont typeface="Calibri"/>
              <a:buNone/>
            </a:pPr>
            <a:r>
              <a:t/>
            </a:r>
            <a:endParaRPr b="0" i="0" sz="4400" u="none" cap="none" strike="noStrike">
              <a:solidFill>
                <a:schemeClr val="dk1"/>
              </a:solidFill>
              <a:latin typeface="Calibri"/>
              <a:ea typeface="Calibri"/>
              <a:cs typeface="Calibri"/>
              <a:sym typeface="Calibri"/>
            </a:endParaRPr>
          </a:p>
        </p:txBody>
      </p:sp>
      <p:sp>
        <p:nvSpPr>
          <p:cNvPr id="250" name="Google Shape;250;p15"/>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de-CH" sz="2400" u="none" cap="none" strike="noStrike">
                <a:solidFill>
                  <a:srgbClr val="C55A11"/>
                </a:solidFill>
                <a:latin typeface="Calibri"/>
                <a:ea typeface="Calibri"/>
                <a:cs typeface="Calibri"/>
                <a:sym typeface="Calibri"/>
              </a:rPr>
              <a:t>Images…(cntd.)</a:t>
            </a:r>
            <a:endParaRPr b="0" i="0" sz="1400" u="none" cap="none" strike="noStrike">
              <a:solidFill>
                <a:srgbClr val="000000"/>
              </a:solidFill>
              <a:latin typeface="Arial"/>
              <a:ea typeface="Arial"/>
              <a:cs typeface="Arial"/>
              <a:sym typeface="Arial"/>
            </a:endParaRPr>
          </a:p>
        </p:txBody>
      </p:sp>
      <p:cxnSp>
        <p:nvCxnSpPr>
          <p:cNvPr id="251" name="Google Shape;251;p15"/>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252" name="Google Shape;252;p15"/>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de-CH" sz="2400" u="none" cap="none" strike="noStrike">
                <a:solidFill>
                  <a:srgbClr val="2F5496"/>
                </a:solidFill>
                <a:latin typeface="Calibri"/>
                <a:ea typeface="Calibri"/>
                <a:cs typeface="Calibri"/>
                <a:sym typeface="Calibri"/>
              </a:rPr>
              <a:t>HTML – Basic Markups</a:t>
            </a:r>
            <a:endParaRPr b="1" i="0" sz="2400" u="none" cap="none" strike="noStrike">
              <a:solidFill>
                <a:srgbClr val="2F5496"/>
              </a:solidFill>
              <a:latin typeface="Calibri"/>
              <a:ea typeface="Calibri"/>
              <a:cs typeface="Calibri"/>
              <a:sym typeface="Calibri"/>
            </a:endParaRPr>
          </a:p>
        </p:txBody>
      </p:sp>
      <p:graphicFrame>
        <p:nvGraphicFramePr>
          <p:cNvPr id="253" name="Google Shape;253;p15"/>
          <p:cNvGraphicFramePr/>
          <p:nvPr/>
        </p:nvGraphicFramePr>
        <p:xfrm>
          <a:off x="8088923" y="2225501"/>
          <a:ext cx="3924885" cy="3682930"/>
        </p:xfrm>
        <a:graphic>
          <a:graphicData uri="http://schemas.openxmlformats.org/presentationml/2006/ole">
            <mc:AlternateContent>
              <mc:Choice Requires="v">
                <p:oleObj r:id="rId4" imgH="3682930" imgW="3924885" progId="Word.Document.8" spid="_x0000_s1">
                  <p:embed/>
                </p:oleObj>
              </mc:Choice>
              <mc:Fallback>
                <p:oleObj r:id="rId5" imgH="3682930" imgW="3924885" progId="Word.Document.8">
                  <p:embed/>
                  <p:pic>
                    <p:nvPicPr>
                      <p:cNvPr id="253" name="Google Shape;253;p15"/>
                      <p:cNvPicPr preferRelativeResize="0"/>
                      <p:nvPr/>
                    </p:nvPicPr>
                    <p:blipFill rotWithShape="1">
                      <a:blip r:embed="rId6">
                        <a:alphaModFix/>
                      </a:blip>
                      <a:srcRect b="0" l="0" r="0" t="0"/>
                      <a:stretch/>
                    </p:blipFill>
                    <p:spPr>
                      <a:xfrm>
                        <a:off x="8088923" y="2225501"/>
                        <a:ext cx="3924885" cy="3682930"/>
                      </a:xfrm>
                      <a:prstGeom prst="rect">
                        <a:avLst/>
                      </a:prstGeom>
                      <a:noFill/>
                      <a:ln>
                        <a:noFill/>
                      </a:ln>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7" name="Shape 257"/>
        <p:cNvGrpSpPr/>
        <p:nvPr/>
      </p:nvGrpSpPr>
      <p:grpSpPr>
        <a:xfrm>
          <a:off x="0" y="0"/>
          <a:ext cx="0" cy="0"/>
          <a:chOff x="0" y="0"/>
          <a:chExt cx="0" cy="0"/>
        </a:xfrm>
      </p:grpSpPr>
      <p:sp>
        <p:nvSpPr>
          <p:cNvPr id="258" name="Google Shape;258;p16"/>
          <p:cNvSpPr txBox="1"/>
          <p:nvPr>
            <p:ph idx="1" type="body"/>
          </p:nvPr>
        </p:nvSpPr>
        <p:spPr>
          <a:xfrm>
            <a:off x="213065" y="1612153"/>
            <a:ext cx="8418317" cy="4351338"/>
          </a:xfrm>
          <a:prstGeom prst="rect">
            <a:avLst/>
          </a:prstGeom>
          <a:noFill/>
          <a:ln>
            <a:noFill/>
          </a:ln>
        </p:spPr>
        <p:txBody>
          <a:bodyPr anchorCtr="0" anchor="t" bIns="45700" lIns="91425" spcFirstLastPara="1" rIns="91425" wrap="square" tIns="45700">
            <a:noAutofit/>
          </a:bodyPr>
          <a:lstStyle/>
          <a:p>
            <a:pPr indent="-228600" lvl="0" marL="228600" rtl="0" algn="just">
              <a:lnSpc>
                <a:spcPct val="140000"/>
              </a:lnSpc>
              <a:spcBef>
                <a:spcPts val="0"/>
              </a:spcBef>
              <a:spcAft>
                <a:spcPts val="0"/>
              </a:spcAft>
              <a:buClr>
                <a:schemeClr val="dk1"/>
              </a:buClr>
              <a:buSzPts val="2400"/>
              <a:buFont typeface="Times"/>
              <a:buChar char="•"/>
            </a:pPr>
            <a:r>
              <a:rPr b="0" lang="de-CH" sz="2400"/>
              <a:t>Hypertext is the essence of the Web!</a:t>
            </a:r>
            <a:endParaRPr/>
          </a:p>
          <a:p>
            <a:pPr indent="-228600" lvl="0" marL="228600" rtl="0" algn="just">
              <a:lnSpc>
                <a:spcPct val="140000"/>
              </a:lnSpc>
              <a:spcBef>
                <a:spcPts val="480"/>
              </a:spcBef>
              <a:spcAft>
                <a:spcPts val="0"/>
              </a:spcAft>
              <a:buClr>
                <a:schemeClr val="dk1"/>
              </a:buClr>
              <a:buSzPts val="2400"/>
              <a:buFont typeface="Times"/>
              <a:buChar char="•"/>
            </a:pPr>
            <a:r>
              <a:rPr b="0" lang="de-CH" sz="2400"/>
              <a:t>A link is specified with the href attribute of &lt;a&gt; (the anchor tag)</a:t>
            </a:r>
            <a:endParaRPr/>
          </a:p>
          <a:p>
            <a:pPr indent="-228600" lvl="1" marL="685800" rtl="0" algn="just">
              <a:lnSpc>
                <a:spcPct val="140000"/>
              </a:lnSpc>
              <a:spcBef>
                <a:spcPts val="480"/>
              </a:spcBef>
              <a:spcAft>
                <a:spcPts val="0"/>
              </a:spcAft>
              <a:buClr>
                <a:schemeClr val="dk1"/>
              </a:buClr>
              <a:buSzPts val="2400"/>
              <a:buFont typeface="Times"/>
              <a:buChar char="•"/>
            </a:pPr>
            <a:r>
              <a:rPr b="0" lang="de-CH"/>
              <a:t>The content of &lt;a&gt; is the visual link in the document</a:t>
            </a:r>
            <a:endParaRPr/>
          </a:p>
          <a:p>
            <a:pPr indent="-228600" lvl="1" marL="685800" rtl="0" algn="just">
              <a:lnSpc>
                <a:spcPct val="140000"/>
              </a:lnSpc>
              <a:spcBef>
                <a:spcPts val="480"/>
              </a:spcBef>
              <a:spcAft>
                <a:spcPts val="0"/>
              </a:spcAft>
              <a:buClr>
                <a:schemeClr val="dk1"/>
              </a:buClr>
              <a:buSzPts val="2400"/>
              <a:buFont typeface="Times"/>
              <a:buChar char="•"/>
            </a:pPr>
            <a:r>
              <a:rPr b="0" lang="de-CH"/>
              <a:t>If the target is a whole document (not the one in which the link appears), the target need not be specified in the target document as being the target</a:t>
            </a:r>
            <a:endParaRPr/>
          </a:p>
          <a:p>
            <a:pPr indent="-228600" lvl="0" marL="228600" rtl="0" algn="just">
              <a:lnSpc>
                <a:spcPct val="140000"/>
              </a:lnSpc>
              <a:spcBef>
                <a:spcPts val="480"/>
              </a:spcBef>
              <a:spcAft>
                <a:spcPts val="0"/>
              </a:spcAft>
              <a:buClr>
                <a:schemeClr val="dk1"/>
              </a:buClr>
              <a:buSzPts val="2400"/>
              <a:buFont typeface="Times"/>
              <a:buChar char="•"/>
            </a:pPr>
            <a:r>
              <a:rPr b="0" lang="de-CH" sz="2400"/>
              <a:t>Note: Relative addressing of targets is easier to maintain and more portable than absolute addressing</a:t>
            </a:r>
            <a:endParaRPr/>
          </a:p>
        </p:txBody>
      </p:sp>
      <p:sp>
        <p:nvSpPr>
          <p:cNvPr id="259" name="Google Shape;259;p16"/>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de-CH" sz="2400" u="none" cap="none" strike="noStrike">
                <a:solidFill>
                  <a:srgbClr val="C55A11"/>
                </a:solidFill>
                <a:latin typeface="Calibri"/>
                <a:ea typeface="Calibri"/>
                <a:cs typeface="Calibri"/>
                <a:sym typeface="Calibri"/>
              </a:rPr>
              <a:t>Hypertext Links</a:t>
            </a:r>
            <a:endParaRPr b="0" i="0" sz="1400" u="none" cap="none" strike="noStrike">
              <a:solidFill>
                <a:srgbClr val="000000"/>
              </a:solidFill>
              <a:latin typeface="Arial"/>
              <a:ea typeface="Arial"/>
              <a:cs typeface="Arial"/>
              <a:sym typeface="Arial"/>
            </a:endParaRPr>
          </a:p>
        </p:txBody>
      </p:sp>
      <p:cxnSp>
        <p:nvCxnSpPr>
          <p:cNvPr id="260" name="Google Shape;260;p16"/>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261" name="Google Shape;261;p16"/>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de-CH" sz="2400" u="none" cap="none" strike="noStrike">
                <a:solidFill>
                  <a:srgbClr val="2F5496"/>
                </a:solidFill>
                <a:latin typeface="Calibri"/>
                <a:ea typeface="Calibri"/>
                <a:cs typeface="Calibri"/>
                <a:sym typeface="Calibri"/>
              </a:rPr>
              <a:t>HTML – Basic Markups</a:t>
            </a:r>
            <a:endParaRPr b="1" i="0" sz="2400" u="none" cap="none" strike="noStrike">
              <a:solidFill>
                <a:srgbClr val="2F5496"/>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5" name="Shape 265"/>
        <p:cNvGrpSpPr/>
        <p:nvPr/>
      </p:nvGrpSpPr>
      <p:grpSpPr>
        <a:xfrm>
          <a:off x="0" y="0"/>
          <a:ext cx="0" cy="0"/>
          <a:chOff x="0" y="0"/>
          <a:chExt cx="0" cy="0"/>
        </a:xfrm>
      </p:grpSpPr>
      <p:graphicFrame>
        <p:nvGraphicFramePr>
          <p:cNvPr id="266" name="Google Shape;266;p17"/>
          <p:cNvGraphicFramePr/>
          <p:nvPr/>
        </p:nvGraphicFramePr>
        <p:xfrm>
          <a:off x="5732314" y="1412013"/>
          <a:ext cx="4724400" cy="2159000"/>
        </p:xfrm>
        <a:graphic>
          <a:graphicData uri="http://schemas.openxmlformats.org/presentationml/2006/ole">
            <mc:AlternateContent>
              <mc:Choice Requires="v">
                <p:oleObj r:id="rId4" imgH="2159000" imgW="4724400" progId="Word.Document.8" spid="_x0000_s1">
                  <p:embed/>
                </p:oleObj>
              </mc:Choice>
              <mc:Fallback>
                <p:oleObj r:id="rId5" imgH="2159000" imgW="4724400" progId="Word.Document.8">
                  <p:embed/>
                  <p:pic>
                    <p:nvPicPr>
                      <p:cNvPr id="266" name="Google Shape;266;p17"/>
                      <p:cNvPicPr preferRelativeResize="0"/>
                      <p:nvPr/>
                    </p:nvPicPr>
                    <p:blipFill rotWithShape="1">
                      <a:blip r:embed="rId6">
                        <a:alphaModFix/>
                      </a:blip>
                      <a:srcRect b="0" l="0" r="0" t="0"/>
                      <a:stretch/>
                    </p:blipFill>
                    <p:spPr>
                      <a:xfrm>
                        <a:off x="5732314" y="1412013"/>
                        <a:ext cx="4724400" cy="2159000"/>
                      </a:xfrm>
                      <a:prstGeom prst="rect">
                        <a:avLst/>
                      </a:prstGeom>
                      <a:noFill/>
                      <a:ln>
                        <a:noFill/>
                      </a:ln>
                    </p:spPr>
                  </p:pic>
                </p:oleObj>
              </mc:Fallback>
            </mc:AlternateContent>
          </a:graphicData>
        </a:graphic>
      </p:graphicFrame>
      <p:sp>
        <p:nvSpPr>
          <p:cNvPr id="267" name="Google Shape;267;p17"/>
          <p:cNvSpPr txBox="1"/>
          <p:nvPr>
            <p:ph idx="1" type="body"/>
          </p:nvPr>
        </p:nvSpPr>
        <p:spPr>
          <a:xfrm>
            <a:off x="297107" y="1436486"/>
            <a:ext cx="8237294" cy="3850386"/>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chemeClr val="dk1"/>
              </a:buClr>
              <a:buSzPts val="2400"/>
              <a:buFont typeface="Calibri"/>
              <a:buNone/>
            </a:pPr>
            <a:r>
              <a:rPr lang="de-CH" sz="2400" u="sng">
                <a:latin typeface="Calibri"/>
                <a:ea typeface="Calibri"/>
                <a:cs typeface="Calibri"/>
                <a:sym typeface="Calibri"/>
              </a:rPr>
              <a:t>Example:</a:t>
            </a:r>
            <a:endParaRPr/>
          </a:p>
          <a:p>
            <a:pPr indent="-228600" lvl="0" marL="228600" rtl="0" algn="l">
              <a:lnSpc>
                <a:spcPct val="100000"/>
              </a:lnSpc>
              <a:spcBef>
                <a:spcPts val="480"/>
              </a:spcBef>
              <a:spcAft>
                <a:spcPts val="0"/>
              </a:spcAft>
              <a:buClr>
                <a:schemeClr val="dk1"/>
              </a:buClr>
              <a:buSzPts val="2400"/>
              <a:buFont typeface="Calibri"/>
              <a:buNone/>
            </a:pPr>
            <a:r>
              <a:rPr lang="de-CH" sz="2400">
                <a:latin typeface="Calibri"/>
                <a:ea typeface="Calibri"/>
                <a:cs typeface="Calibri"/>
                <a:sym typeface="Calibri"/>
              </a:rPr>
              <a:t>&lt;html&gt;</a:t>
            </a:r>
            <a:endParaRPr/>
          </a:p>
          <a:p>
            <a:pPr indent="-228600" lvl="0" marL="228600" rtl="0" algn="l">
              <a:lnSpc>
                <a:spcPct val="100000"/>
              </a:lnSpc>
              <a:spcBef>
                <a:spcPts val="480"/>
              </a:spcBef>
              <a:spcAft>
                <a:spcPts val="0"/>
              </a:spcAft>
              <a:buClr>
                <a:schemeClr val="dk1"/>
              </a:buClr>
              <a:buSzPts val="2400"/>
              <a:buFont typeface="Calibri"/>
              <a:buNone/>
            </a:pPr>
            <a:r>
              <a:rPr lang="de-CH" sz="2400">
                <a:latin typeface="Calibri"/>
                <a:ea typeface="Calibri"/>
                <a:cs typeface="Calibri"/>
                <a:sym typeface="Calibri"/>
              </a:rPr>
              <a:t>  &lt;head&gt; &lt;title&gt; Links &lt;/title&gt;  &lt;/head&gt;</a:t>
            </a:r>
            <a:endParaRPr/>
          </a:p>
          <a:p>
            <a:pPr indent="-228600" lvl="0" marL="228600" rtl="0" algn="l">
              <a:lnSpc>
                <a:spcPct val="100000"/>
              </a:lnSpc>
              <a:spcBef>
                <a:spcPts val="480"/>
              </a:spcBef>
              <a:spcAft>
                <a:spcPts val="0"/>
              </a:spcAft>
              <a:buClr>
                <a:schemeClr val="dk1"/>
              </a:buClr>
              <a:buSzPts val="2400"/>
              <a:buFont typeface="Calibri"/>
              <a:buNone/>
            </a:pPr>
            <a:r>
              <a:rPr lang="de-CH" sz="2400">
                <a:latin typeface="Calibri"/>
                <a:ea typeface="Calibri"/>
                <a:cs typeface="Calibri"/>
                <a:sym typeface="Calibri"/>
              </a:rPr>
              <a:t>  &lt;body&gt;</a:t>
            </a:r>
            <a:endParaRPr/>
          </a:p>
          <a:p>
            <a:pPr indent="-228600" lvl="0" marL="228600" rtl="0" algn="l">
              <a:lnSpc>
                <a:spcPct val="100000"/>
              </a:lnSpc>
              <a:spcBef>
                <a:spcPts val="480"/>
              </a:spcBef>
              <a:spcAft>
                <a:spcPts val="0"/>
              </a:spcAft>
              <a:buClr>
                <a:schemeClr val="dk1"/>
              </a:buClr>
              <a:buSzPts val="2400"/>
              <a:buFont typeface="Calibri"/>
              <a:buNone/>
            </a:pPr>
            <a:r>
              <a:rPr lang="de-CH" sz="2400">
                <a:latin typeface="Calibri"/>
                <a:ea typeface="Calibri"/>
                <a:cs typeface="Calibri"/>
                <a:sym typeface="Calibri"/>
              </a:rPr>
              <a:t>   …</a:t>
            </a:r>
            <a:endParaRPr/>
          </a:p>
          <a:p>
            <a:pPr indent="-228600" lvl="0" marL="228600" rtl="0" algn="l">
              <a:lnSpc>
                <a:spcPct val="100000"/>
              </a:lnSpc>
              <a:spcBef>
                <a:spcPts val="480"/>
              </a:spcBef>
              <a:spcAft>
                <a:spcPts val="0"/>
              </a:spcAft>
              <a:buClr>
                <a:schemeClr val="dk1"/>
              </a:buClr>
              <a:buSzPts val="2400"/>
              <a:buFont typeface="Calibri"/>
              <a:buNone/>
            </a:pPr>
            <a:r>
              <a:rPr lang="de-CH" sz="2400">
                <a:latin typeface="Calibri"/>
                <a:ea typeface="Calibri"/>
                <a:cs typeface="Calibri"/>
                <a:sym typeface="Calibri"/>
              </a:rPr>
              <a:t>	&lt;h2&gt; Special of the month &lt;/h2&gt;</a:t>
            </a:r>
            <a:endParaRPr/>
          </a:p>
          <a:p>
            <a:pPr indent="-228600" lvl="0" marL="228600" rtl="0" algn="l">
              <a:lnSpc>
                <a:spcPct val="100000"/>
              </a:lnSpc>
              <a:spcBef>
                <a:spcPts val="480"/>
              </a:spcBef>
              <a:spcAft>
                <a:spcPts val="0"/>
              </a:spcAft>
              <a:buClr>
                <a:schemeClr val="dk1"/>
              </a:buClr>
              <a:buSzPts val="2400"/>
              <a:buFont typeface="Calibri"/>
              <a:buNone/>
            </a:pPr>
            <a:r>
              <a:rPr lang="de-CH" sz="2400">
                <a:latin typeface="Calibri"/>
                <a:ea typeface="Calibri"/>
                <a:cs typeface="Calibri"/>
                <a:sym typeface="Calibri"/>
              </a:rPr>
              <a:t>	&lt;p&gt; 1960 Cessna 210 &lt;br /&gt;</a:t>
            </a:r>
            <a:endParaRPr sz="2000">
              <a:latin typeface="Calibri"/>
              <a:ea typeface="Calibri"/>
              <a:cs typeface="Calibri"/>
              <a:sym typeface="Calibri"/>
            </a:endParaRPr>
          </a:p>
          <a:p>
            <a:pPr indent="-228600" lvl="0" marL="228600" rtl="0" algn="l">
              <a:lnSpc>
                <a:spcPct val="100000"/>
              </a:lnSpc>
              <a:spcBef>
                <a:spcPts val="480"/>
              </a:spcBef>
              <a:spcAft>
                <a:spcPts val="0"/>
              </a:spcAft>
              <a:buClr>
                <a:schemeClr val="dk1"/>
              </a:buClr>
              <a:buSzPts val="2000"/>
              <a:buFont typeface="Calibri"/>
              <a:buNone/>
            </a:pPr>
            <a:r>
              <a:rPr lang="de-CH" sz="2000">
                <a:latin typeface="Calibri"/>
                <a:ea typeface="Calibri"/>
                <a:cs typeface="Calibri"/>
                <a:sym typeface="Calibri"/>
              </a:rPr>
              <a:t>	</a:t>
            </a:r>
            <a:r>
              <a:rPr lang="de-CH" sz="2400">
                <a:latin typeface="Calibri"/>
                <a:ea typeface="Calibri"/>
                <a:cs typeface="Calibri"/>
                <a:sym typeface="Calibri"/>
              </a:rPr>
              <a:t>&lt;a href = "C210data.html"&gt; Information on the Cessna 210 &lt;/a&gt;</a:t>
            </a:r>
            <a:endParaRPr/>
          </a:p>
          <a:p>
            <a:pPr indent="-228600" lvl="0" marL="228600" rtl="0" algn="l">
              <a:lnSpc>
                <a:spcPct val="100000"/>
              </a:lnSpc>
              <a:spcBef>
                <a:spcPts val="480"/>
              </a:spcBef>
              <a:spcAft>
                <a:spcPts val="0"/>
              </a:spcAft>
              <a:buClr>
                <a:schemeClr val="dk1"/>
              </a:buClr>
              <a:buSzPts val="2400"/>
              <a:buFont typeface="Calibri"/>
              <a:buNone/>
            </a:pPr>
            <a:r>
              <a:rPr lang="de-CH" sz="2400">
                <a:latin typeface="Calibri"/>
                <a:ea typeface="Calibri"/>
                <a:cs typeface="Calibri"/>
                <a:sym typeface="Calibri"/>
              </a:rPr>
              <a:t>    &lt;/p&gt;</a:t>
            </a:r>
            <a:endParaRPr/>
          </a:p>
          <a:p>
            <a:pPr indent="-228600" lvl="0" marL="228600" rtl="0" algn="l">
              <a:lnSpc>
                <a:spcPct val="100000"/>
              </a:lnSpc>
              <a:spcBef>
                <a:spcPts val="480"/>
              </a:spcBef>
              <a:spcAft>
                <a:spcPts val="0"/>
              </a:spcAft>
              <a:buClr>
                <a:schemeClr val="dk1"/>
              </a:buClr>
              <a:buSzPts val="2400"/>
              <a:buFont typeface="Calibri"/>
              <a:buNone/>
            </a:pPr>
            <a:r>
              <a:rPr lang="de-CH" sz="2400">
                <a:latin typeface="Calibri"/>
                <a:ea typeface="Calibri"/>
                <a:cs typeface="Calibri"/>
                <a:sym typeface="Calibri"/>
              </a:rPr>
              <a:t>  &lt;/body&gt;</a:t>
            </a:r>
            <a:endParaRPr/>
          </a:p>
          <a:p>
            <a:pPr indent="-228600" lvl="0" marL="228600" rtl="0" algn="l">
              <a:lnSpc>
                <a:spcPct val="100000"/>
              </a:lnSpc>
              <a:spcBef>
                <a:spcPts val="480"/>
              </a:spcBef>
              <a:spcAft>
                <a:spcPts val="0"/>
              </a:spcAft>
              <a:buClr>
                <a:schemeClr val="dk1"/>
              </a:buClr>
              <a:buSzPts val="2400"/>
              <a:buFont typeface="Calibri"/>
              <a:buNone/>
            </a:pPr>
            <a:r>
              <a:rPr lang="de-CH" sz="2400">
                <a:latin typeface="Calibri"/>
                <a:ea typeface="Calibri"/>
                <a:cs typeface="Calibri"/>
                <a:sym typeface="Calibri"/>
              </a:rPr>
              <a:t>&lt;/html&gt;</a:t>
            </a:r>
            <a:endParaRPr/>
          </a:p>
        </p:txBody>
      </p:sp>
      <p:sp>
        <p:nvSpPr>
          <p:cNvPr id="268" name="Google Shape;268;p17"/>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de-CH" sz="2400" u="none" cap="none" strike="noStrike">
                <a:solidFill>
                  <a:srgbClr val="C55A11"/>
                </a:solidFill>
                <a:latin typeface="Calibri"/>
                <a:ea typeface="Calibri"/>
                <a:cs typeface="Calibri"/>
                <a:sym typeface="Calibri"/>
              </a:rPr>
              <a:t>Hypertext links…(cntd.)</a:t>
            </a:r>
            <a:endParaRPr b="0" i="0" sz="1400" u="none" cap="none" strike="noStrike">
              <a:solidFill>
                <a:srgbClr val="000000"/>
              </a:solidFill>
              <a:latin typeface="Arial"/>
              <a:ea typeface="Arial"/>
              <a:cs typeface="Arial"/>
              <a:sym typeface="Arial"/>
            </a:endParaRPr>
          </a:p>
        </p:txBody>
      </p:sp>
      <p:cxnSp>
        <p:nvCxnSpPr>
          <p:cNvPr id="269" name="Google Shape;269;p17"/>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270" name="Google Shape;270;p17"/>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de-CH" sz="2400" u="none" cap="none" strike="noStrike">
                <a:solidFill>
                  <a:srgbClr val="2F5496"/>
                </a:solidFill>
                <a:latin typeface="Calibri"/>
                <a:ea typeface="Calibri"/>
                <a:cs typeface="Calibri"/>
                <a:sym typeface="Calibri"/>
              </a:rPr>
              <a:t>HTML – Basic Markups</a:t>
            </a:r>
            <a:endParaRPr b="1" i="0" sz="2400" u="none" cap="none" strike="noStrike">
              <a:solidFill>
                <a:srgbClr val="2F5496"/>
              </a:solidFill>
              <a:latin typeface="Calibri"/>
              <a:ea typeface="Calibri"/>
              <a:cs typeface="Calibri"/>
              <a:sym typeface="Calibri"/>
            </a:endParaRPr>
          </a:p>
        </p:txBody>
      </p:sp>
      <p:graphicFrame>
        <p:nvGraphicFramePr>
          <p:cNvPr id="271" name="Google Shape;271;p17"/>
          <p:cNvGraphicFramePr/>
          <p:nvPr/>
        </p:nvGraphicFramePr>
        <p:xfrm>
          <a:off x="8305800" y="1810331"/>
          <a:ext cx="3886200" cy="2578100"/>
        </p:xfrm>
        <a:graphic>
          <a:graphicData uri="http://schemas.openxmlformats.org/presentationml/2006/ole">
            <mc:AlternateContent>
              <mc:Choice Requires="v">
                <p:oleObj r:id="rId7" imgH="2578100" imgW="3886200" progId="Word.Document.8" spid="_x0000_s2">
                  <p:embed/>
                </p:oleObj>
              </mc:Choice>
              <mc:Fallback>
                <p:oleObj r:id="rId8" imgH="2578100" imgW="3886200" progId="Word.Document.8">
                  <p:embed/>
                  <p:pic>
                    <p:nvPicPr>
                      <p:cNvPr id="271" name="Google Shape;271;p17"/>
                      <p:cNvPicPr preferRelativeResize="0"/>
                      <p:nvPr/>
                    </p:nvPicPr>
                    <p:blipFill rotWithShape="1">
                      <a:blip r:embed="rId9">
                        <a:alphaModFix/>
                      </a:blip>
                      <a:srcRect b="0" l="0" r="0" t="0"/>
                      <a:stretch/>
                    </p:blipFill>
                    <p:spPr>
                      <a:xfrm>
                        <a:off x="8305800" y="1810331"/>
                        <a:ext cx="3886200" cy="2578100"/>
                      </a:xfrm>
                      <a:prstGeom prst="rect">
                        <a:avLst/>
                      </a:prstGeom>
                      <a:noFill/>
                      <a:ln>
                        <a:noFill/>
                      </a:ln>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5" name="Shape 275"/>
        <p:cNvGrpSpPr/>
        <p:nvPr/>
      </p:nvGrpSpPr>
      <p:grpSpPr>
        <a:xfrm>
          <a:off x="0" y="0"/>
          <a:ext cx="0" cy="0"/>
          <a:chOff x="0" y="0"/>
          <a:chExt cx="0" cy="0"/>
        </a:xfrm>
      </p:grpSpPr>
      <p:sp>
        <p:nvSpPr>
          <p:cNvPr id="276" name="Google Shape;276;p18"/>
          <p:cNvSpPr txBox="1"/>
          <p:nvPr>
            <p:ph idx="1" type="body"/>
          </p:nvPr>
        </p:nvSpPr>
        <p:spPr>
          <a:xfrm>
            <a:off x="213064" y="1588751"/>
            <a:ext cx="10515599" cy="4648200"/>
          </a:xfrm>
          <a:prstGeom prst="rect">
            <a:avLst/>
          </a:prstGeom>
          <a:noFill/>
          <a:ln>
            <a:noFill/>
          </a:ln>
        </p:spPr>
        <p:txBody>
          <a:bodyPr anchorCtr="0" anchor="t" bIns="45700" lIns="91425" spcFirstLastPara="1" rIns="91425" wrap="square" tIns="45700">
            <a:normAutofit/>
          </a:bodyPr>
          <a:lstStyle/>
          <a:p>
            <a:pPr indent="-342900" lvl="0" marL="342900" rtl="0" algn="just">
              <a:lnSpc>
                <a:spcPct val="80000"/>
              </a:lnSpc>
              <a:spcBef>
                <a:spcPts val="0"/>
              </a:spcBef>
              <a:spcAft>
                <a:spcPts val="0"/>
              </a:spcAft>
              <a:buSzPts val="2400"/>
              <a:buChar char="•"/>
            </a:pPr>
            <a:r>
              <a:rPr lang="de-CH" sz="2400"/>
              <a:t>Used to present list of information in well formed and semantic way.</a:t>
            </a:r>
            <a:endParaRPr/>
          </a:p>
          <a:p>
            <a:pPr indent="-228600" lvl="0" marL="228600" rtl="0" algn="just">
              <a:lnSpc>
                <a:spcPct val="80000"/>
              </a:lnSpc>
              <a:spcBef>
                <a:spcPts val="480"/>
              </a:spcBef>
              <a:spcAft>
                <a:spcPts val="0"/>
              </a:spcAft>
              <a:buClr>
                <a:schemeClr val="dk1"/>
              </a:buClr>
              <a:buSzPts val="2400"/>
              <a:buNone/>
            </a:pPr>
            <a:r>
              <a:t/>
            </a:r>
            <a:endParaRPr sz="2400"/>
          </a:p>
          <a:p>
            <a:pPr indent="-342900" lvl="0" marL="342900" rtl="0" algn="just">
              <a:lnSpc>
                <a:spcPct val="80000"/>
              </a:lnSpc>
              <a:spcBef>
                <a:spcPts val="480"/>
              </a:spcBef>
              <a:spcAft>
                <a:spcPts val="0"/>
              </a:spcAft>
              <a:buSzPts val="2400"/>
              <a:buChar char="•"/>
            </a:pPr>
            <a:r>
              <a:rPr lang="de-CH" sz="2400"/>
              <a:t>HTML supports three primary list types. </a:t>
            </a:r>
            <a:endParaRPr sz="2400"/>
          </a:p>
          <a:p>
            <a:pPr indent="-228600" lvl="1" marL="685800" rtl="0" algn="just">
              <a:lnSpc>
                <a:spcPct val="80000"/>
              </a:lnSpc>
              <a:spcBef>
                <a:spcPts val="480"/>
              </a:spcBef>
              <a:spcAft>
                <a:spcPts val="0"/>
              </a:spcAft>
              <a:buClr>
                <a:schemeClr val="dk1"/>
              </a:buClr>
              <a:buSzPts val="2400"/>
              <a:buFont typeface="Noto Sans Symbols"/>
              <a:buChar char="❑"/>
            </a:pPr>
            <a:r>
              <a:rPr lang="de-CH"/>
              <a:t>Unordered list</a:t>
            </a:r>
            <a:endParaRPr/>
          </a:p>
          <a:p>
            <a:pPr indent="-228600" lvl="1" marL="685800" rtl="0" algn="just">
              <a:lnSpc>
                <a:spcPct val="80000"/>
              </a:lnSpc>
              <a:spcBef>
                <a:spcPts val="480"/>
              </a:spcBef>
              <a:spcAft>
                <a:spcPts val="0"/>
              </a:spcAft>
              <a:buClr>
                <a:schemeClr val="dk1"/>
              </a:buClr>
              <a:buSzPts val="2400"/>
              <a:buFont typeface="Noto Sans Symbols"/>
              <a:buChar char="❑"/>
            </a:pPr>
            <a:r>
              <a:rPr lang="de-CH"/>
              <a:t>Ordered list</a:t>
            </a:r>
            <a:endParaRPr/>
          </a:p>
          <a:p>
            <a:pPr indent="-228600" lvl="1" marL="685800" rtl="0" algn="just">
              <a:lnSpc>
                <a:spcPct val="80000"/>
              </a:lnSpc>
              <a:spcBef>
                <a:spcPts val="480"/>
              </a:spcBef>
              <a:spcAft>
                <a:spcPts val="0"/>
              </a:spcAft>
              <a:buClr>
                <a:schemeClr val="dk1"/>
              </a:buClr>
              <a:buSzPts val="2400"/>
              <a:buFont typeface="Noto Sans Symbols"/>
              <a:buChar char="❑"/>
            </a:pPr>
            <a:r>
              <a:rPr lang="de-CH"/>
              <a:t>Definition List</a:t>
            </a:r>
            <a:endParaRPr/>
          </a:p>
          <a:p>
            <a:pPr indent="-228600" lvl="0" marL="228600" rtl="0" algn="l">
              <a:lnSpc>
                <a:spcPct val="80000"/>
              </a:lnSpc>
              <a:spcBef>
                <a:spcPts val="320"/>
              </a:spcBef>
              <a:spcAft>
                <a:spcPts val="0"/>
              </a:spcAft>
              <a:buClr>
                <a:schemeClr val="dk1"/>
              </a:buClr>
              <a:buSzPts val="1600"/>
              <a:buFont typeface="Calibri"/>
              <a:buNone/>
            </a:pPr>
            <a:r>
              <a:t/>
            </a:r>
            <a:endParaRPr sz="1600">
              <a:latin typeface="Arial"/>
              <a:ea typeface="Arial"/>
              <a:cs typeface="Arial"/>
              <a:sym typeface="Arial"/>
            </a:endParaRPr>
          </a:p>
          <a:p>
            <a:pPr indent="-228600" lvl="0" marL="228600" rtl="0" algn="l">
              <a:lnSpc>
                <a:spcPct val="80000"/>
              </a:lnSpc>
              <a:spcBef>
                <a:spcPts val="320"/>
              </a:spcBef>
              <a:spcAft>
                <a:spcPts val="0"/>
              </a:spcAft>
              <a:buClr>
                <a:schemeClr val="dk1"/>
              </a:buClr>
              <a:buSzPts val="1600"/>
              <a:buFont typeface="Calibri"/>
              <a:buNone/>
            </a:pPr>
            <a:r>
              <a:t/>
            </a:r>
            <a:endParaRPr sz="1600">
              <a:latin typeface="Arial"/>
              <a:ea typeface="Arial"/>
              <a:cs typeface="Arial"/>
              <a:sym typeface="Arial"/>
            </a:endParaRPr>
          </a:p>
          <a:p>
            <a:pPr indent="-342900" lvl="0" marL="342900" marR="0" rtl="0" algn="just">
              <a:lnSpc>
                <a:spcPct val="80000"/>
              </a:lnSpc>
              <a:spcBef>
                <a:spcPts val="480"/>
              </a:spcBef>
              <a:spcAft>
                <a:spcPts val="0"/>
              </a:spcAft>
              <a:buClr>
                <a:srgbClr val="000000"/>
              </a:buClr>
              <a:buSzPts val="2400"/>
              <a:buFont typeface="Arial"/>
              <a:buChar char="•"/>
            </a:pPr>
            <a:r>
              <a:rPr b="0" i="0" lang="de-CH" sz="2400" u="none" cap="none" strike="noStrike">
                <a:solidFill>
                  <a:srgbClr val="000000"/>
                </a:solidFill>
                <a:latin typeface="Calibri"/>
                <a:ea typeface="Calibri"/>
                <a:cs typeface="Calibri"/>
                <a:sym typeface="Calibri"/>
              </a:rPr>
              <a:t>Ordered lists and unordered lists are the primary list types. By default, ordered lists use numeric identifiers, and unordered lists use bullets.</a:t>
            </a:r>
            <a:endParaRPr/>
          </a:p>
          <a:p>
            <a:pPr indent="-184150" lvl="0" marL="285750" rtl="0" algn="l">
              <a:lnSpc>
                <a:spcPct val="80000"/>
              </a:lnSpc>
              <a:spcBef>
                <a:spcPts val="320"/>
              </a:spcBef>
              <a:spcAft>
                <a:spcPts val="0"/>
              </a:spcAft>
              <a:buSzPts val="1600"/>
              <a:buNone/>
            </a:pPr>
            <a:r>
              <a:t/>
            </a:r>
            <a:endParaRPr sz="1600">
              <a:latin typeface="Arial"/>
              <a:ea typeface="Arial"/>
              <a:cs typeface="Arial"/>
              <a:sym typeface="Arial"/>
            </a:endParaRPr>
          </a:p>
          <a:p>
            <a:pPr indent="-228600" lvl="0" marL="228600" rtl="0" algn="l">
              <a:lnSpc>
                <a:spcPct val="80000"/>
              </a:lnSpc>
              <a:spcBef>
                <a:spcPts val="320"/>
              </a:spcBef>
              <a:spcAft>
                <a:spcPts val="0"/>
              </a:spcAft>
              <a:buClr>
                <a:schemeClr val="dk1"/>
              </a:buClr>
              <a:buSzPts val="1600"/>
              <a:buFont typeface="Calibri"/>
              <a:buNone/>
            </a:pPr>
            <a:r>
              <a:t/>
            </a:r>
            <a:endParaRPr sz="1600">
              <a:latin typeface="Arial"/>
              <a:ea typeface="Arial"/>
              <a:cs typeface="Arial"/>
              <a:sym typeface="Arial"/>
            </a:endParaRPr>
          </a:p>
          <a:p>
            <a:pPr indent="-228600" lvl="0" marL="228600" rtl="0" algn="l">
              <a:lnSpc>
                <a:spcPct val="80000"/>
              </a:lnSpc>
              <a:spcBef>
                <a:spcPts val="320"/>
              </a:spcBef>
              <a:spcAft>
                <a:spcPts val="0"/>
              </a:spcAft>
              <a:buClr>
                <a:schemeClr val="dk1"/>
              </a:buClr>
              <a:buSzPts val="1600"/>
              <a:buFont typeface="Calibri"/>
              <a:buNone/>
            </a:pPr>
            <a:r>
              <a:t/>
            </a:r>
            <a:endParaRPr sz="1600">
              <a:latin typeface="Arial"/>
              <a:ea typeface="Arial"/>
              <a:cs typeface="Arial"/>
              <a:sym typeface="Arial"/>
            </a:endParaRPr>
          </a:p>
        </p:txBody>
      </p:sp>
      <p:sp>
        <p:nvSpPr>
          <p:cNvPr id="277" name="Google Shape;277;p18"/>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de-CH" sz="2400" u="none" cap="none" strike="noStrike">
                <a:solidFill>
                  <a:srgbClr val="C55A11"/>
                </a:solidFill>
                <a:latin typeface="Calibri"/>
                <a:ea typeface="Calibri"/>
                <a:cs typeface="Calibri"/>
                <a:sym typeface="Calibri"/>
              </a:rPr>
              <a:t>Lists</a:t>
            </a:r>
            <a:endParaRPr b="0" i="0" sz="1400" u="none" cap="none" strike="noStrike">
              <a:solidFill>
                <a:srgbClr val="000000"/>
              </a:solidFill>
              <a:latin typeface="Arial"/>
              <a:ea typeface="Arial"/>
              <a:cs typeface="Arial"/>
              <a:sym typeface="Arial"/>
            </a:endParaRPr>
          </a:p>
        </p:txBody>
      </p:sp>
      <p:cxnSp>
        <p:nvCxnSpPr>
          <p:cNvPr id="278" name="Google Shape;278;p18"/>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279" name="Google Shape;279;p18"/>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de-CH" sz="2400" u="none" cap="none" strike="noStrike">
                <a:solidFill>
                  <a:srgbClr val="2F5496"/>
                </a:solidFill>
                <a:latin typeface="Calibri"/>
                <a:ea typeface="Calibri"/>
                <a:cs typeface="Calibri"/>
                <a:sym typeface="Calibri"/>
              </a:rPr>
              <a:t>HTML – Basic Markups</a:t>
            </a:r>
            <a:endParaRPr b="1" i="0" sz="2400" u="none" cap="none" strike="noStrike">
              <a:solidFill>
                <a:srgbClr val="2F5496"/>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3" name="Shape 283"/>
        <p:cNvGrpSpPr/>
        <p:nvPr/>
      </p:nvGrpSpPr>
      <p:grpSpPr>
        <a:xfrm>
          <a:off x="0" y="0"/>
          <a:ext cx="0" cy="0"/>
          <a:chOff x="0" y="0"/>
          <a:chExt cx="0" cy="0"/>
        </a:xfrm>
      </p:grpSpPr>
      <p:sp>
        <p:nvSpPr>
          <p:cNvPr id="284" name="Google Shape;284;p20"/>
          <p:cNvSpPr txBox="1"/>
          <p:nvPr>
            <p:ph idx="1" type="body"/>
          </p:nvPr>
        </p:nvSpPr>
        <p:spPr>
          <a:xfrm>
            <a:off x="142045" y="1422485"/>
            <a:ext cx="11397742" cy="5142044"/>
          </a:xfrm>
          <a:prstGeom prst="rect">
            <a:avLst/>
          </a:prstGeom>
          <a:noFill/>
          <a:ln>
            <a:noFill/>
          </a:ln>
        </p:spPr>
        <p:txBody>
          <a:bodyPr anchorCtr="0" anchor="t" bIns="45700" lIns="91425" spcFirstLastPara="1" rIns="91425" wrap="square" tIns="45700">
            <a:normAutofit fontScale="25000" lnSpcReduction="20000"/>
          </a:bodyPr>
          <a:lstStyle/>
          <a:p>
            <a:pPr indent="-228600" lvl="0" marL="228600" rtl="0" algn="l">
              <a:lnSpc>
                <a:spcPct val="90000"/>
              </a:lnSpc>
              <a:spcBef>
                <a:spcPts val="0"/>
              </a:spcBef>
              <a:spcAft>
                <a:spcPts val="0"/>
              </a:spcAft>
              <a:buClr>
                <a:schemeClr val="dk1"/>
              </a:buClr>
              <a:buSzPct val="100000"/>
              <a:buFont typeface="Calibri"/>
              <a:buNone/>
            </a:pPr>
            <a:r>
              <a:t/>
            </a:r>
            <a:endParaRPr sz="1400">
              <a:latin typeface="Courier New"/>
              <a:ea typeface="Courier New"/>
              <a:cs typeface="Courier New"/>
              <a:sym typeface="Courier New"/>
            </a:endParaRPr>
          </a:p>
          <a:p>
            <a:pPr indent="-228600" lvl="1" marL="685800" rtl="0" algn="l">
              <a:lnSpc>
                <a:spcPct val="80000"/>
              </a:lnSpc>
              <a:spcBef>
                <a:spcPts val="500"/>
              </a:spcBef>
              <a:spcAft>
                <a:spcPts val="0"/>
              </a:spcAft>
              <a:buClr>
                <a:schemeClr val="dk1"/>
              </a:buClr>
              <a:buSzPct val="100000"/>
              <a:buFont typeface="Times"/>
              <a:buChar char="•"/>
            </a:pPr>
            <a:r>
              <a:rPr lang="de-CH" sz="9600"/>
              <a:t>The list is the content of the &lt;ol&gt; tag</a:t>
            </a:r>
            <a:endParaRPr/>
          </a:p>
          <a:p>
            <a:pPr indent="-228600" lvl="1" marL="685800" rtl="0" algn="l">
              <a:lnSpc>
                <a:spcPct val="80000"/>
              </a:lnSpc>
              <a:spcBef>
                <a:spcPts val="500"/>
              </a:spcBef>
              <a:spcAft>
                <a:spcPts val="0"/>
              </a:spcAft>
              <a:buClr>
                <a:schemeClr val="dk1"/>
              </a:buClr>
              <a:buSzPct val="100000"/>
              <a:buFont typeface="Times"/>
              <a:buChar char="•"/>
            </a:pPr>
            <a:r>
              <a:rPr lang="de-CH" sz="9600"/>
              <a:t>Each item in the display is preceded by a sequence value</a:t>
            </a:r>
            <a:endParaRPr/>
          </a:p>
          <a:p>
            <a:pPr indent="-228600" lvl="0" marL="228600" rtl="0" algn="l">
              <a:lnSpc>
                <a:spcPct val="90000"/>
              </a:lnSpc>
              <a:spcBef>
                <a:spcPts val="480"/>
              </a:spcBef>
              <a:spcAft>
                <a:spcPts val="0"/>
              </a:spcAft>
              <a:buClr>
                <a:schemeClr val="dk1"/>
              </a:buClr>
              <a:buSzPct val="100000"/>
              <a:buFont typeface="Calibri"/>
              <a:buNone/>
            </a:pPr>
            <a:r>
              <a:t/>
            </a:r>
            <a:endParaRPr sz="9600"/>
          </a:p>
          <a:p>
            <a:pPr indent="-228600" lvl="0" marL="228600" rtl="0" algn="l">
              <a:lnSpc>
                <a:spcPct val="90000"/>
              </a:lnSpc>
              <a:spcBef>
                <a:spcPts val="480"/>
              </a:spcBef>
              <a:spcAft>
                <a:spcPts val="0"/>
              </a:spcAft>
              <a:buClr>
                <a:schemeClr val="dk1"/>
              </a:buClr>
              <a:buSzPct val="100000"/>
              <a:buFont typeface="Calibri"/>
              <a:buNone/>
            </a:pPr>
            <a:r>
              <a:rPr lang="de-CH" sz="9600"/>
              <a:t>&lt;h3&gt; Cessna 210 Engine Starting Instructions&lt;/h3&gt;</a:t>
            </a:r>
            <a:endParaRPr/>
          </a:p>
          <a:p>
            <a:pPr indent="-228600" lvl="0" marL="228600" rtl="0" algn="l">
              <a:lnSpc>
                <a:spcPct val="90000"/>
              </a:lnSpc>
              <a:spcBef>
                <a:spcPts val="480"/>
              </a:spcBef>
              <a:spcAft>
                <a:spcPts val="0"/>
              </a:spcAft>
              <a:buClr>
                <a:schemeClr val="dk1"/>
              </a:buClr>
              <a:buSzPct val="100000"/>
              <a:buFont typeface="Calibri"/>
              <a:buNone/>
            </a:pPr>
            <a:r>
              <a:rPr lang="de-CH" sz="9600"/>
              <a:t>&lt;ol&gt;</a:t>
            </a:r>
            <a:endParaRPr/>
          </a:p>
          <a:p>
            <a:pPr indent="-228600" lvl="0" marL="228600" rtl="0" algn="l">
              <a:lnSpc>
                <a:spcPct val="90000"/>
              </a:lnSpc>
              <a:spcBef>
                <a:spcPts val="480"/>
              </a:spcBef>
              <a:spcAft>
                <a:spcPts val="0"/>
              </a:spcAft>
              <a:buClr>
                <a:schemeClr val="dk1"/>
              </a:buClr>
              <a:buSzPct val="100000"/>
              <a:buFont typeface="Calibri"/>
              <a:buNone/>
            </a:pPr>
            <a:r>
              <a:rPr lang="de-CH" sz="9600"/>
              <a:t>  &lt;li&gt; Set mixture to rich &lt;/li&gt;</a:t>
            </a:r>
            <a:endParaRPr/>
          </a:p>
          <a:p>
            <a:pPr indent="-228600" lvl="0" marL="228600" rtl="0" algn="l">
              <a:lnSpc>
                <a:spcPct val="90000"/>
              </a:lnSpc>
              <a:spcBef>
                <a:spcPts val="480"/>
              </a:spcBef>
              <a:spcAft>
                <a:spcPts val="0"/>
              </a:spcAft>
              <a:buClr>
                <a:schemeClr val="dk1"/>
              </a:buClr>
              <a:buSzPct val="100000"/>
              <a:buFont typeface="Calibri"/>
              <a:buNone/>
            </a:pPr>
            <a:r>
              <a:rPr lang="de-CH" sz="9600"/>
              <a:t>  &lt;li&gt; Set propeller to high RPM &lt;/li&gt;</a:t>
            </a:r>
            <a:endParaRPr/>
          </a:p>
          <a:p>
            <a:pPr indent="-228600" lvl="0" marL="228600" rtl="0" algn="l">
              <a:lnSpc>
                <a:spcPct val="90000"/>
              </a:lnSpc>
              <a:spcBef>
                <a:spcPts val="480"/>
              </a:spcBef>
              <a:spcAft>
                <a:spcPts val="0"/>
              </a:spcAft>
              <a:buClr>
                <a:schemeClr val="dk1"/>
              </a:buClr>
              <a:buSzPct val="100000"/>
              <a:buFont typeface="Calibri"/>
              <a:buNone/>
            </a:pPr>
            <a:r>
              <a:rPr lang="de-CH" sz="9600"/>
              <a:t>  &lt;li&gt; Set ignition switch to "BOTH" &lt;/li&gt;</a:t>
            </a:r>
            <a:endParaRPr/>
          </a:p>
          <a:p>
            <a:pPr indent="-228600" lvl="0" marL="228600" rtl="0" algn="l">
              <a:lnSpc>
                <a:spcPct val="90000"/>
              </a:lnSpc>
              <a:spcBef>
                <a:spcPts val="480"/>
              </a:spcBef>
              <a:spcAft>
                <a:spcPts val="0"/>
              </a:spcAft>
              <a:buClr>
                <a:schemeClr val="dk1"/>
              </a:buClr>
              <a:buSzPct val="100000"/>
              <a:buFont typeface="Calibri"/>
              <a:buNone/>
            </a:pPr>
            <a:r>
              <a:rPr lang="de-CH" sz="9600"/>
              <a:t>  &lt;li&gt; Set auxiliary fuel pump switch to </a:t>
            </a:r>
            <a:endParaRPr/>
          </a:p>
          <a:p>
            <a:pPr indent="-228600" lvl="0" marL="228600" rtl="0" algn="l">
              <a:lnSpc>
                <a:spcPct val="90000"/>
              </a:lnSpc>
              <a:spcBef>
                <a:spcPts val="480"/>
              </a:spcBef>
              <a:spcAft>
                <a:spcPts val="0"/>
              </a:spcAft>
              <a:buClr>
                <a:schemeClr val="dk1"/>
              </a:buClr>
              <a:buSzPct val="100000"/>
              <a:buFont typeface="Calibri"/>
              <a:buNone/>
            </a:pPr>
            <a:r>
              <a:rPr lang="de-CH" sz="9600"/>
              <a:t>       "LOW PRIME" &lt;/li&gt;</a:t>
            </a:r>
            <a:endParaRPr/>
          </a:p>
          <a:p>
            <a:pPr indent="-228600" lvl="0" marL="228600" rtl="0" algn="l">
              <a:lnSpc>
                <a:spcPct val="90000"/>
              </a:lnSpc>
              <a:spcBef>
                <a:spcPts val="480"/>
              </a:spcBef>
              <a:spcAft>
                <a:spcPts val="0"/>
              </a:spcAft>
              <a:buClr>
                <a:schemeClr val="dk1"/>
              </a:buClr>
              <a:buSzPct val="100000"/>
              <a:buFont typeface="Calibri"/>
              <a:buNone/>
            </a:pPr>
            <a:r>
              <a:rPr lang="de-CH" sz="9600"/>
              <a:t>  &lt;li&gt; When fuel pressure reaches 2 to 2.5 </a:t>
            </a:r>
            <a:endParaRPr/>
          </a:p>
          <a:p>
            <a:pPr indent="-228600" lvl="0" marL="228600" rtl="0" algn="l">
              <a:lnSpc>
                <a:spcPct val="90000"/>
              </a:lnSpc>
              <a:spcBef>
                <a:spcPts val="480"/>
              </a:spcBef>
              <a:spcAft>
                <a:spcPts val="0"/>
              </a:spcAft>
              <a:buClr>
                <a:schemeClr val="dk1"/>
              </a:buClr>
              <a:buSzPct val="100000"/>
              <a:buFont typeface="Calibri"/>
              <a:buNone/>
            </a:pPr>
            <a:r>
              <a:rPr lang="de-CH" sz="9600"/>
              <a:t>       PSI, push starter button &lt;/li&gt;</a:t>
            </a:r>
            <a:endParaRPr/>
          </a:p>
          <a:p>
            <a:pPr indent="-228600" lvl="0" marL="228600" rtl="0" algn="l">
              <a:lnSpc>
                <a:spcPct val="90000"/>
              </a:lnSpc>
              <a:spcBef>
                <a:spcPts val="480"/>
              </a:spcBef>
              <a:spcAft>
                <a:spcPts val="0"/>
              </a:spcAft>
              <a:buClr>
                <a:schemeClr val="dk1"/>
              </a:buClr>
              <a:buSzPct val="100000"/>
              <a:buFont typeface="Calibri"/>
              <a:buNone/>
            </a:pPr>
            <a:r>
              <a:rPr lang="de-CH" sz="9600"/>
              <a:t>&lt;/ol&gt; </a:t>
            </a:r>
            <a:endParaRPr/>
          </a:p>
          <a:p>
            <a:pPr indent="-184150" lvl="0" marL="228600" rtl="0" algn="l">
              <a:lnSpc>
                <a:spcPct val="90000"/>
              </a:lnSpc>
              <a:spcBef>
                <a:spcPts val="140"/>
              </a:spcBef>
              <a:spcAft>
                <a:spcPts val="0"/>
              </a:spcAft>
              <a:buClr>
                <a:schemeClr val="dk1"/>
              </a:buClr>
              <a:buSzPct val="100000"/>
              <a:buFont typeface="Times"/>
              <a:buNone/>
            </a:pPr>
            <a:r>
              <a:t/>
            </a:r>
            <a:endParaRPr i="1">
              <a:latin typeface="Arial"/>
              <a:ea typeface="Arial"/>
              <a:cs typeface="Arial"/>
              <a:sym typeface="Arial"/>
            </a:endParaRPr>
          </a:p>
          <a:p>
            <a:pPr indent="-184150" lvl="0" marL="228600" rtl="0" algn="l">
              <a:lnSpc>
                <a:spcPct val="90000"/>
              </a:lnSpc>
              <a:spcBef>
                <a:spcPts val="140"/>
              </a:spcBef>
              <a:spcAft>
                <a:spcPts val="0"/>
              </a:spcAft>
              <a:buClr>
                <a:schemeClr val="dk1"/>
              </a:buClr>
              <a:buSzPct val="100000"/>
              <a:buFont typeface="Times"/>
              <a:buNone/>
            </a:pPr>
            <a:r>
              <a:t/>
            </a:r>
            <a:endParaRPr i="1">
              <a:latin typeface="Arial"/>
              <a:ea typeface="Arial"/>
              <a:cs typeface="Arial"/>
              <a:sym typeface="Arial"/>
            </a:endParaRPr>
          </a:p>
          <a:p>
            <a:pPr indent="-228600" lvl="0" marL="228600" rtl="0" algn="l">
              <a:lnSpc>
                <a:spcPct val="90000"/>
              </a:lnSpc>
              <a:spcBef>
                <a:spcPts val="140"/>
              </a:spcBef>
              <a:spcAft>
                <a:spcPts val="0"/>
              </a:spcAft>
              <a:buClr>
                <a:schemeClr val="dk1"/>
              </a:buClr>
              <a:buSzPct val="100000"/>
              <a:buFont typeface="Times"/>
              <a:buNone/>
            </a:pPr>
            <a:r>
              <a:t/>
            </a:r>
            <a:endParaRPr i="1">
              <a:latin typeface="Arial"/>
              <a:ea typeface="Arial"/>
              <a:cs typeface="Arial"/>
              <a:sym typeface="Arial"/>
            </a:endParaRPr>
          </a:p>
          <a:p>
            <a:pPr indent="-228600" lvl="0" marL="228600" rtl="0" algn="l">
              <a:lnSpc>
                <a:spcPct val="90000"/>
              </a:lnSpc>
              <a:spcBef>
                <a:spcPts val="140"/>
              </a:spcBef>
              <a:spcAft>
                <a:spcPts val="0"/>
              </a:spcAft>
              <a:buClr>
                <a:schemeClr val="dk1"/>
              </a:buClr>
              <a:buSzPct val="100000"/>
              <a:buFont typeface="Times"/>
              <a:buNone/>
            </a:pPr>
            <a:r>
              <a:t/>
            </a:r>
            <a:endParaRPr i="1">
              <a:latin typeface="Arial"/>
              <a:ea typeface="Arial"/>
              <a:cs typeface="Arial"/>
              <a:sym typeface="Arial"/>
            </a:endParaRPr>
          </a:p>
          <a:p>
            <a:pPr indent="-184150" lvl="0" marL="228600" rtl="0" algn="l">
              <a:lnSpc>
                <a:spcPct val="90000"/>
              </a:lnSpc>
              <a:spcBef>
                <a:spcPts val="140"/>
              </a:spcBef>
              <a:spcAft>
                <a:spcPts val="0"/>
              </a:spcAft>
              <a:buClr>
                <a:schemeClr val="dk1"/>
              </a:buClr>
              <a:buSzPct val="100000"/>
              <a:buFont typeface="Times"/>
              <a:buNone/>
            </a:pPr>
            <a:r>
              <a:t/>
            </a:r>
            <a:endParaRPr i="1">
              <a:latin typeface="Arial"/>
              <a:ea typeface="Arial"/>
              <a:cs typeface="Arial"/>
              <a:sym typeface="Arial"/>
            </a:endParaRPr>
          </a:p>
          <a:p>
            <a:pPr indent="-184150" lvl="0" marL="228600" rtl="0" algn="l">
              <a:lnSpc>
                <a:spcPct val="90000"/>
              </a:lnSpc>
              <a:spcBef>
                <a:spcPts val="140"/>
              </a:spcBef>
              <a:spcAft>
                <a:spcPts val="0"/>
              </a:spcAft>
              <a:buClr>
                <a:schemeClr val="dk1"/>
              </a:buClr>
              <a:buSzPct val="100000"/>
              <a:buFont typeface="Times"/>
              <a:buNone/>
            </a:pPr>
            <a:r>
              <a:t/>
            </a:r>
            <a:endParaRPr i="1">
              <a:latin typeface="Arial"/>
              <a:ea typeface="Arial"/>
              <a:cs typeface="Arial"/>
              <a:sym typeface="Arial"/>
            </a:endParaRPr>
          </a:p>
        </p:txBody>
      </p:sp>
      <p:pic>
        <p:nvPicPr>
          <p:cNvPr descr="ch2_8" id="285" name="Google Shape;285;p20"/>
          <p:cNvPicPr preferRelativeResize="0"/>
          <p:nvPr/>
        </p:nvPicPr>
        <p:blipFill rotWithShape="1">
          <a:blip r:embed="rId3">
            <a:alphaModFix/>
          </a:blip>
          <a:srcRect b="0" l="0" r="0" t="41261"/>
          <a:stretch/>
        </p:blipFill>
        <p:spPr>
          <a:xfrm>
            <a:off x="6768037" y="2573606"/>
            <a:ext cx="3786328" cy="1857375"/>
          </a:xfrm>
          <a:prstGeom prst="rect">
            <a:avLst/>
          </a:prstGeom>
          <a:noFill/>
          <a:ln>
            <a:noFill/>
          </a:ln>
        </p:spPr>
      </p:pic>
      <p:sp>
        <p:nvSpPr>
          <p:cNvPr id="286" name="Google Shape;286;p20"/>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de-CH" sz="2400" u="none" cap="none" strike="noStrike">
                <a:solidFill>
                  <a:srgbClr val="C55A11"/>
                </a:solidFill>
                <a:latin typeface="Calibri"/>
                <a:ea typeface="Calibri"/>
                <a:cs typeface="Calibri"/>
                <a:sym typeface="Calibri"/>
              </a:rPr>
              <a:t>Ordered Lists</a:t>
            </a:r>
            <a:endParaRPr b="0" i="0" sz="1400" u="none" cap="none" strike="noStrike">
              <a:solidFill>
                <a:srgbClr val="000000"/>
              </a:solidFill>
              <a:latin typeface="Arial"/>
              <a:ea typeface="Arial"/>
              <a:cs typeface="Arial"/>
              <a:sym typeface="Arial"/>
            </a:endParaRPr>
          </a:p>
        </p:txBody>
      </p:sp>
      <p:cxnSp>
        <p:nvCxnSpPr>
          <p:cNvPr id="287" name="Google Shape;287;p20"/>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288" name="Google Shape;288;p20"/>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de-CH" sz="2400" u="none" cap="none" strike="noStrike">
                <a:solidFill>
                  <a:srgbClr val="2F5496"/>
                </a:solidFill>
                <a:latin typeface="Calibri"/>
                <a:ea typeface="Calibri"/>
                <a:cs typeface="Calibri"/>
                <a:sym typeface="Calibri"/>
              </a:rPr>
              <a:t>HTML – Basic Markups</a:t>
            </a:r>
            <a:endParaRPr b="1" i="0" sz="2400" u="none" cap="none" strike="noStrike">
              <a:solidFill>
                <a:srgbClr val="2F5496"/>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5"/>
                                        </p:tgtEl>
                                        <p:attrNameLst>
                                          <p:attrName>style.visibility</p:attrName>
                                        </p:attrNameLst>
                                      </p:cBhvr>
                                      <p:to>
                                        <p:strVal val="visible"/>
                                      </p:to>
                                    </p:set>
                                    <p:anim calcmode="lin" valueType="num">
                                      <p:cBhvr additive="base">
                                        <p:cTn dur="500"/>
                                        <p:tgtEl>
                                          <p:spTgt spid="285"/>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2" name="Shape 292"/>
        <p:cNvGrpSpPr/>
        <p:nvPr/>
      </p:nvGrpSpPr>
      <p:grpSpPr>
        <a:xfrm>
          <a:off x="0" y="0"/>
          <a:ext cx="0" cy="0"/>
          <a:chOff x="0" y="0"/>
          <a:chExt cx="0" cy="0"/>
        </a:xfrm>
      </p:grpSpPr>
      <p:sp>
        <p:nvSpPr>
          <p:cNvPr id="293" name="Google Shape;293;p40"/>
          <p:cNvSpPr txBox="1"/>
          <p:nvPr>
            <p:ph idx="1" type="body"/>
          </p:nvPr>
        </p:nvSpPr>
        <p:spPr>
          <a:xfrm>
            <a:off x="142045" y="1498685"/>
            <a:ext cx="11397600" cy="5142000"/>
          </a:xfrm>
          <a:prstGeom prst="rect">
            <a:avLst/>
          </a:prstGeom>
          <a:noFill/>
          <a:ln>
            <a:noFill/>
          </a:ln>
        </p:spPr>
        <p:txBody>
          <a:bodyPr anchorCtr="0" anchor="t" bIns="45700" lIns="91425" spcFirstLastPara="1" rIns="91425" wrap="square" tIns="45700">
            <a:noAutofit/>
          </a:bodyPr>
          <a:lstStyle/>
          <a:p>
            <a:pPr indent="-184150" lvl="0" marL="228600" rtl="0" algn="l">
              <a:lnSpc>
                <a:spcPct val="90000"/>
              </a:lnSpc>
              <a:spcBef>
                <a:spcPts val="140"/>
              </a:spcBef>
              <a:spcAft>
                <a:spcPts val="0"/>
              </a:spcAft>
              <a:buClr>
                <a:schemeClr val="dk1"/>
              </a:buClr>
              <a:buSzPts val="2400"/>
              <a:buFont typeface="Times"/>
              <a:buNone/>
            </a:pPr>
            <a:r>
              <a:rPr lang="de-CH" sz="2400">
                <a:latin typeface="Calibri"/>
                <a:ea typeface="Calibri"/>
                <a:cs typeface="Calibri"/>
                <a:sym typeface="Calibri"/>
              </a:rPr>
              <a:t>Lists can be nested inside each other</a:t>
            </a:r>
            <a:endParaRPr/>
          </a:p>
          <a:p>
            <a:pPr indent="-184150" lvl="0" marL="228600" rtl="0" algn="l">
              <a:lnSpc>
                <a:spcPct val="90000"/>
              </a:lnSpc>
              <a:spcBef>
                <a:spcPts val="140"/>
              </a:spcBef>
              <a:spcAft>
                <a:spcPts val="0"/>
              </a:spcAft>
              <a:buClr>
                <a:schemeClr val="dk1"/>
              </a:buClr>
              <a:buSzPts val="2400"/>
              <a:buFont typeface="Times"/>
              <a:buNone/>
            </a:pPr>
            <a:r>
              <a:rPr lang="de-CH" sz="2400">
                <a:latin typeface="Calibri"/>
                <a:ea typeface="Calibri"/>
                <a:cs typeface="Calibri"/>
                <a:sym typeface="Calibri"/>
              </a:rPr>
              <a:t>Eg</a:t>
            </a:r>
            <a:r>
              <a:rPr lang="de-CH" sz="2150">
                <a:latin typeface="Calibri"/>
                <a:ea typeface="Calibri"/>
                <a:cs typeface="Calibri"/>
                <a:sym typeface="Calibri"/>
              </a:rPr>
              <a:t>:        &lt;ul&gt;</a:t>
            </a:r>
            <a:endParaRPr/>
          </a:p>
          <a:p>
            <a:pPr indent="-184150" lvl="2" marL="1143000" rtl="0" algn="l">
              <a:lnSpc>
                <a:spcPct val="90000"/>
              </a:lnSpc>
              <a:spcBef>
                <a:spcPts val="140"/>
              </a:spcBef>
              <a:spcAft>
                <a:spcPts val="0"/>
              </a:spcAft>
              <a:buSzPts val="2150"/>
              <a:buNone/>
            </a:pPr>
            <a:r>
              <a:rPr lang="de-CH" sz="2150">
                <a:latin typeface="Calibri"/>
                <a:ea typeface="Calibri"/>
                <a:cs typeface="Calibri"/>
                <a:sym typeface="Calibri"/>
              </a:rPr>
              <a:t>&lt;li&gt;English</a:t>
            </a:r>
            <a:endParaRPr/>
          </a:p>
          <a:p>
            <a:pPr indent="-184150" lvl="2" marL="1143000" rtl="0" algn="l">
              <a:lnSpc>
                <a:spcPct val="90000"/>
              </a:lnSpc>
              <a:spcBef>
                <a:spcPts val="140"/>
              </a:spcBef>
              <a:spcAft>
                <a:spcPts val="0"/>
              </a:spcAft>
              <a:buSzPts val="2150"/>
              <a:buNone/>
            </a:pPr>
            <a:r>
              <a:rPr lang="de-CH" sz="2150">
                <a:latin typeface="Calibri"/>
                <a:ea typeface="Calibri"/>
                <a:cs typeface="Calibri"/>
                <a:sym typeface="Calibri"/>
              </a:rPr>
              <a:t>&lt;ol&gt;</a:t>
            </a:r>
            <a:endParaRPr/>
          </a:p>
          <a:p>
            <a:pPr indent="-184150" lvl="2" marL="1143000" rtl="0" algn="l">
              <a:lnSpc>
                <a:spcPct val="90000"/>
              </a:lnSpc>
              <a:spcBef>
                <a:spcPts val="140"/>
              </a:spcBef>
              <a:spcAft>
                <a:spcPts val="0"/>
              </a:spcAft>
              <a:buSzPts val="2150"/>
              <a:buNone/>
            </a:pPr>
            <a:r>
              <a:rPr lang="de-CH" sz="2150">
                <a:latin typeface="Calibri"/>
                <a:ea typeface="Calibri"/>
                <a:cs typeface="Calibri"/>
                <a:sym typeface="Calibri"/>
              </a:rPr>
              <a:t>&lt;li&gt;One</a:t>
            </a:r>
            <a:endParaRPr/>
          </a:p>
          <a:p>
            <a:pPr indent="-184150" lvl="2" marL="1143000" rtl="0" algn="l">
              <a:lnSpc>
                <a:spcPct val="90000"/>
              </a:lnSpc>
              <a:spcBef>
                <a:spcPts val="140"/>
              </a:spcBef>
              <a:spcAft>
                <a:spcPts val="0"/>
              </a:spcAft>
              <a:buSzPts val="2150"/>
              <a:buNone/>
            </a:pPr>
            <a:r>
              <a:rPr lang="de-CH" sz="2150">
                <a:latin typeface="Calibri"/>
                <a:ea typeface="Calibri"/>
                <a:cs typeface="Calibri"/>
                <a:sym typeface="Calibri"/>
              </a:rPr>
              <a:t>&lt;li&gt;Two</a:t>
            </a:r>
            <a:endParaRPr/>
          </a:p>
          <a:p>
            <a:pPr indent="-184150" lvl="2" marL="1143000" rtl="0" algn="l">
              <a:lnSpc>
                <a:spcPct val="90000"/>
              </a:lnSpc>
              <a:spcBef>
                <a:spcPts val="140"/>
              </a:spcBef>
              <a:spcAft>
                <a:spcPts val="0"/>
              </a:spcAft>
              <a:buSzPts val="2150"/>
              <a:buNone/>
            </a:pPr>
            <a:r>
              <a:rPr lang="de-CH" sz="2150">
                <a:latin typeface="Calibri"/>
                <a:ea typeface="Calibri"/>
                <a:cs typeface="Calibri"/>
                <a:sym typeface="Calibri"/>
              </a:rPr>
              <a:t>&lt;li&gt;Three</a:t>
            </a:r>
            <a:endParaRPr/>
          </a:p>
          <a:p>
            <a:pPr indent="-184150" lvl="2" marL="1143000" rtl="0" algn="l">
              <a:lnSpc>
                <a:spcPct val="90000"/>
              </a:lnSpc>
              <a:spcBef>
                <a:spcPts val="140"/>
              </a:spcBef>
              <a:spcAft>
                <a:spcPts val="0"/>
              </a:spcAft>
              <a:buSzPts val="2150"/>
              <a:buNone/>
            </a:pPr>
            <a:r>
              <a:rPr lang="de-CH" sz="2150">
                <a:latin typeface="Calibri"/>
                <a:ea typeface="Calibri"/>
                <a:cs typeface="Calibri"/>
                <a:sym typeface="Calibri"/>
              </a:rPr>
              <a:t>&lt;/ol&gt;</a:t>
            </a:r>
            <a:endParaRPr/>
          </a:p>
          <a:p>
            <a:pPr indent="-184150" lvl="2" marL="1143000" rtl="0" algn="l">
              <a:lnSpc>
                <a:spcPct val="90000"/>
              </a:lnSpc>
              <a:spcBef>
                <a:spcPts val="140"/>
              </a:spcBef>
              <a:spcAft>
                <a:spcPts val="0"/>
              </a:spcAft>
              <a:buSzPts val="2150"/>
              <a:buNone/>
            </a:pPr>
            <a:r>
              <a:rPr lang="de-CH" sz="2150">
                <a:latin typeface="Calibri"/>
                <a:ea typeface="Calibri"/>
                <a:cs typeface="Calibri"/>
                <a:sym typeface="Calibri"/>
              </a:rPr>
              <a:t>&lt;/li&gt;</a:t>
            </a:r>
            <a:endParaRPr/>
          </a:p>
          <a:p>
            <a:pPr indent="-184150" lvl="2" marL="1143000" rtl="0" algn="l">
              <a:lnSpc>
                <a:spcPct val="90000"/>
              </a:lnSpc>
              <a:spcBef>
                <a:spcPts val="140"/>
              </a:spcBef>
              <a:spcAft>
                <a:spcPts val="0"/>
              </a:spcAft>
              <a:buSzPts val="2150"/>
              <a:buNone/>
            </a:pPr>
            <a:r>
              <a:rPr lang="de-CH" sz="2150">
                <a:latin typeface="Calibri"/>
                <a:ea typeface="Calibri"/>
                <a:cs typeface="Calibri"/>
                <a:sym typeface="Calibri"/>
              </a:rPr>
              <a:t>&lt;li&gt;French</a:t>
            </a:r>
            <a:endParaRPr/>
          </a:p>
          <a:p>
            <a:pPr indent="-184150" lvl="2" marL="1143000" rtl="0" algn="l">
              <a:lnSpc>
                <a:spcPct val="90000"/>
              </a:lnSpc>
              <a:spcBef>
                <a:spcPts val="140"/>
              </a:spcBef>
              <a:spcAft>
                <a:spcPts val="0"/>
              </a:spcAft>
              <a:buSzPts val="2150"/>
              <a:buNone/>
            </a:pPr>
            <a:r>
              <a:rPr lang="de-CH" sz="2150">
                <a:latin typeface="Calibri"/>
                <a:ea typeface="Calibri"/>
                <a:cs typeface="Calibri"/>
                <a:sym typeface="Calibri"/>
              </a:rPr>
              <a:t>&lt;ol&gt;</a:t>
            </a:r>
            <a:endParaRPr/>
          </a:p>
          <a:p>
            <a:pPr indent="-184150" lvl="2" marL="1143000" rtl="0" algn="l">
              <a:lnSpc>
                <a:spcPct val="90000"/>
              </a:lnSpc>
              <a:spcBef>
                <a:spcPts val="140"/>
              </a:spcBef>
              <a:spcAft>
                <a:spcPts val="0"/>
              </a:spcAft>
              <a:buSzPts val="2150"/>
              <a:buNone/>
            </a:pPr>
            <a:r>
              <a:rPr lang="de-CH" sz="2150">
                <a:latin typeface="Calibri"/>
                <a:ea typeface="Calibri"/>
                <a:cs typeface="Calibri"/>
                <a:sym typeface="Calibri"/>
              </a:rPr>
              <a:t>&lt;li&gt;un</a:t>
            </a:r>
            <a:endParaRPr/>
          </a:p>
          <a:p>
            <a:pPr indent="-184150" lvl="2" marL="1143000" rtl="0" algn="l">
              <a:lnSpc>
                <a:spcPct val="90000"/>
              </a:lnSpc>
              <a:spcBef>
                <a:spcPts val="140"/>
              </a:spcBef>
              <a:spcAft>
                <a:spcPts val="0"/>
              </a:spcAft>
              <a:buSzPts val="2150"/>
              <a:buNone/>
            </a:pPr>
            <a:r>
              <a:rPr lang="de-CH" sz="2150">
                <a:latin typeface="Calibri"/>
                <a:ea typeface="Calibri"/>
                <a:cs typeface="Calibri"/>
                <a:sym typeface="Calibri"/>
              </a:rPr>
              <a:t>&lt;li&gt;duex</a:t>
            </a:r>
            <a:endParaRPr/>
          </a:p>
          <a:p>
            <a:pPr indent="-184150" lvl="2" marL="1143000" rtl="0" algn="l">
              <a:lnSpc>
                <a:spcPct val="90000"/>
              </a:lnSpc>
              <a:spcBef>
                <a:spcPts val="140"/>
              </a:spcBef>
              <a:spcAft>
                <a:spcPts val="0"/>
              </a:spcAft>
              <a:buSzPts val="2150"/>
              <a:buNone/>
            </a:pPr>
            <a:r>
              <a:rPr lang="de-CH" sz="2150">
                <a:latin typeface="Calibri"/>
                <a:ea typeface="Calibri"/>
                <a:cs typeface="Calibri"/>
                <a:sym typeface="Calibri"/>
              </a:rPr>
              <a:t>&lt;li&gt;trois</a:t>
            </a:r>
            <a:endParaRPr/>
          </a:p>
          <a:p>
            <a:pPr indent="-184150" lvl="2" marL="1143000" rtl="0" algn="l">
              <a:lnSpc>
                <a:spcPct val="90000"/>
              </a:lnSpc>
              <a:spcBef>
                <a:spcPts val="140"/>
              </a:spcBef>
              <a:spcAft>
                <a:spcPts val="0"/>
              </a:spcAft>
              <a:buSzPts val="2150"/>
              <a:buNone/>
            </a:pPr>
            <a:r>
              <a:rPr lang="de-CH" sz="2150">
                <a:latin typeface="Calibri"/>
                <a:ea typeface="Calibri"/>
                <a:cs typeface="Calibri"/>
                <a:sym typeface="Calibri"/>
              </a:rPr>
              <a:t>&lt;/ol&gt;</a:t>
            </a:r>
            <a:endParaRPr/>
          </a:p>
          <a:p>
            <a:pPr indent="-184150" lvl="2" marL="1143000" rtl="0" algn="l">
              <a:lnSpc>
                <a:spcPct val="90000"/>
              </a:lnSpc>
              <a:spcBef>
                <a:spcPts val="140"/>
              </a:spcBef>
              <a:spcAft>
                <a:spcPts val="0"/>
              </a:spcAft>
              <a:buSzPts val="2150"/>
              <a:buNone/>
            </a:pPr>
            <a:r>
              <a:rPr lang="de-CH" sz="2150">
                <a:latin typeface="Calibri"/>
                <a:ea typeface="Calibri"/>
                <a:cs typeface="Calibri"/>
                <a:sym typeface="Calibri"/>
              </a:rPr>
              <a:t>&lt;/li&gt;</a:t>
            </a:r>
            <a:endParaRPr/>
          </a:p>
          <a:p>
            <a:pPr indent="-184150" lvl="2" marL="1143000" rtl="0" algn="l">
              <a:lnSpc>
                <a:spcPct val="90000"/>
              </a:lnSpc>
              <a:spcBef>
                <a:spcPts val="140"/>
              </a:spcBef>
              <a:spcAft>
                <a:spcPts val="0"/>
              </a:spcAft>
              <a:buSzPts val="2150"/>
              <a:buNone/>
            </a:pPr>
            <a:r>
              <a:rPr lang="de-CH" sz="2150">
                <a:latin typeface="Calibri"/>
                <a:ea typeface="Calibri"/>
                <a:cs typeface="Calibri"/>
                <a:sym typeface="Calibri"/>
              </a:rPr>
              <a:t>&lt;/ul&gt;</a:t>
            </a:r>
            <a:endParaRPr/>
          </a:p>
          <a:p>
            <a:pPr indent="-184150" lvl="2" marL="1143000" rtl="0" algn="l">
              <a:lnSpc>
                <a:spcPct val="90000"/>
              </a:lnSpc>
              <a:spcBef>
                <a:spcPts val="140"/>
              </a:spcBef>
              <a:spcAft>
                <a:spcPts val="0"/>
              </a:spcAft>
              <a:buSzPts val="1200"/>
              <a:buNone/>
            </a:pPr>
            <a:r>
              <a:t/>
            </a:r>
            <a:endParaRPr sz="1200">
              <a:latin typeface="Calibri"/>
              <a:ea typeface="Calibri"/>
              <a:cs typeface="Calibri"/>
              <a:sym typeface="Calibri"/>
            </a:endParaRPr>
          </a:p>
        </p:txBody>
      </p:sp>
      <p:sp>
        <p:nvSpPr>
          <p:cNvPr id="294" name="Google Shape;294;p40"/>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de-CH" sz="2400" u="none" cap="none" strike="noStrike">
                <a:solidFill>
                  <a:srgbClr val="C55A11"/>
                </a:solidFill>
                <a:latin typeface="Calibri"/>
                <a:ea typeface="Calibri"/>
                <a:cs typeface="Calibri"/>
                <a:sym typeface="Calibri"/>
              </a:rPr>
              <a:t>Nested Lists</a:t>
            </a:r>
            <a:endParaRPr b="0" i="0" sz="1400" u="none" cap="none" strike="noStrike">
              <a:solidFill>
                <a:srgbClr val="000000"/>
              </a:solidFill>
              <a:latin typeface="Arial"/>
              <a:ea typeface="Arial"/>
              <a:cs typeface="Arial"/>
              <a:sym typeface="Arial"/>
            </a:endParaRPr>
          </a:p>
        </p:txBody>
      </p:sp>
      <p:cxnSp>
        <p:nvCxnSpPr>
          <p:cNvPr id="295" name="Google Shape;295;p40"/>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296" name="Google Shape;296;p40"/>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de-CH" sz="2400" u="none" cap="none" strike="noStrike">
                <a:solidFill>
                  <a:srgbClr val="2F5496"/>
                </a:solidFill>
                <a:latin typeface="Calibri"/>
                <a:ea typeface="Calibri"/>
                <a:cs typeface="Calibri"/>
                <a:sym typeface="Calibri"/>
              </a:rPr>
              <a:t>HTML – Basic Markups</a:t>
            </a:r>
            <a:endParaRPr b="1" i="0" sz="2400" u="none" cap="none" strike="noStrike">
              <a:solidFill>
                <a:srgbClr val="2F5496"/>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0" name="Shape 300"/>
        <p:cNvGrpSpPr/>
        <p:nvPr/>
      </p:nvGrpSpPr>
      <p:grpSpPr>
        <a:xfrm>
          <a:off x="0" y="0"/>
          <a:ext cx="0" cy="0"/>
          <a:chOff x="0" y="0"/>
          <a:chExt cx="0" cy="0"/>
        </a:xfrm>
      </p:grpSpPr>
      <p:sp>
        <p:nvSpPr>
          <p:cNvPr id="301" name="Google Shape;301;p21"/>
          <p:cNvSpPr txBox="1"/>
          <p:nvPr>
            <p:ph idx="1" type="body"/>
          </p:nvPr>
        </p:nvSpPr>
        <p:spPr>
          <a:xfrm>
            <a:off x="310051" y="1453264"/>
            <a:ext cx="7314638" cy="5002962"/>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chemeClr val="dk1"/>
              </a:buClr>
              <a:buSzPts val="2400"/>
              <a:buChar char="•"/>
            </a:pPr>
            <a:r>
              <a:rPr lang="de-CH" sz="2400"/>
              <a:t>The definition list is used for name / value pairs. </a:t>
            </a:r>
            <a:endParaRPr/>
          </a:p>
          <a:p>
            <a:pPr indent="-228600" lvl="0" marL="228600" rtl="0" algn="l">
              <a:lnSpc>
                <a:spcPct val="100000"/>
              </a:lnSpc>
              <a:spcBef>
                <a:spcPts val="0"/>
              </a:spcBef>
              <a:spcAft>
                <a:spcPts val="0"/>
              </a:spcAft>
              <a:buClr>
                <a:schemeClr val="dk1"/>
              </a:buClr>
              <a:buSzPts val="2400"/>
              <a:buChar char="•"/>
            </a:pPr>
            <a:r>
              <a:rPr lang="de-CH" sz="2400"/>
              <a:t>The Definition List is the content of the &lt;dl&gt; tag</a:t>
            </a:r>
            <a:endParaRPr/>
          </a:p>
          <a:p>
            <a:pPr indent="-228600" lvl="0" marL="228600" rtl="0" algn="l">
              <a:lnSpc>
                <a:spcPct val="100000"/>
              </a:lnSpc>
              <a:spcBef>
                <a:spcPts val="480"/>
              </a:spcBef>
              <a:spcAft>
                <a:spcPts val="0"/>
              </a:spcAft>
              <a:buClr>
                <a:schemeClr val="dk1"/>
              </a:buClr>
              <a:buSzPts val="2400"/>
              <a:buChar char="•"/>
            </a:pPr>
            <a:r>
              <a:rPr lang="de-CH" sz="2400"/>
              <a:t>Terms being defined are the content of the &lt;dt&gt; tag and is used as the list marker</a:t>
            </a:r>
            <a:endParaRPr/>
          </a:p>
          <a:p>
            <a:pPr indent="-228600" lvl="0" marL="228600" rtl="0" algn="l">
              <a:lnSpc>
                <a:spcPct val="100000"/>
              </a:lnSpc>
              <a:spcBef>
                <a:spcPts val="480"/>
              </a:spcBef>
              <a:spcAft>
                <a:spcPts val="0"/>
              </a:spcAft>
              <a:buClr>
                <a:schemeClr val="dk1"/>
              </a:buClr>
              <a:buSzPts val="2400"/>
              <a:buChar char="•"/>
            </a:pPr>
            <a:r>
              <a:rPr lang="de-CH" sz="2400"/>
              <a:t>The definition data are the contents of the &lt;dd&gt; tag</a:t>
            </a:r>
            <a:endParaRPr sz="2400"/>
          </a:p>
          <a:p>
            <a:pPr indent="-228600" lvl="0" marL="228600" rtl="0" algn="l">
              <a:lnSpc>
                <a:spcPct val="100000"/>
              </a:lnSpc>
              <a:spcBef>
                <a:spcPts val="480"/>
              </a:spcBef>
              <a:spcAft>
                <a:spcPts val="0"/>
              </a:spcAft>
              <a:buClr>
                <a:schemeClr val="dk1"/>
              </a:buClr>
              <a:buSzPts val="2400"/>
              <a:buFont typeface="Calibri"/>
              <a:buNone/>
            </a:pPr>
            <a:r>
              <a:rPr lang="de-CH" sz="2400"/>
              <a:t>&lt;h3&gt; Single-Engine Cessna Airplanes &lt;/h3&gt;</a:t>
            </a:r>
            <a:endParaRPr/>
          </a:p>
          <a:p>
            <a:pPr indent="-228600" lvl="0" marL="228600" rtl="0" algn="l">
              <a:lnSpc>
                <a:spcPct val="100000"/>
              </a:lnSpc>
              <a:spcBef>
                <a:spcPts val="480"/>
              </a:spcBef>
              <a:spcAft>
                <a:spcPts val="0"/>
              </a:spcAft>
              <a:buClr>
                <a:schemeClr val="dk1"/>
              </a:buClr>
              <a:buSzPts val="2400"/>
              <a:buFont typeface="Calibri"/>
              <a:buNone/>
            </a:pPr>
            <a:r>
              <a:rPr lang="de-CH" sz="2400"/>
              <a:t>&lt;dl &gt;</a:t>
            </a:r>
            <a:endParaRPr/>
          </a:p>
          <a:p>
            <a:pPr indent="-228600" lvl="0" marL="228600" rtl="0" algn="l">
              <a:lnSpc>
                <a:spcPct val="100000"/>
              </a:lnSpc>
              <a:spcBef>
                <a:spcPts val="480"/>
              </a:spcBef>
              <a:spcAft>
                <a:spcPts val="0"/>
              </a:spcAft>
              <a:buClr>
                <a:schemeClr val="dk1"/>
              </a:buClr>
              <a:buSzPts val="2400"/>
              <a:buFont typeface="Calibri"/>
              <a:buNone/>
            </a:pPr>
            <a:r>
              <a:rPr lang="de-CH" sz="2400"/>
              <a:t>  &lt;dt&gt; 152 &lt;/dt&gt;</a:t>
            </a:r>
            <a:endParaRPr/>
          </a:p>
          <a:p>
            <a:pPr indent="-228600" lvl="0" marL="228600" rtl="0" algn="l">
              <a:lnSpc>
                <a:spcPct val="100000"/>
              </a:lnSpc>
              <a:spcBef>
                <a:spcPts val="480"/>
              </a:spcBef>
              <a:spcAft>
                <a:spcPts val="0"/>
              </a:spcAft>
              <a:buClr>
                <a:schemeClr val="dk1"/>
              </a:buClr>
              <a:buSzPts val="2400"/>
              <a:buFont typeface="Calibri"/>
              <a:buNone/>
            </a:pPr>
            <a:r>
              <a:rPr lang="de-CH" sz="2400"/>
              <a:t>  &lt;dd&gt; Two-place trainer &lt;/dd&gt;</a:t>
            </a:r>
            <a:endParaRPr/>
          </a:p>
          <a:p>
            <a:pPr indent="-228600" lvl="0" marL="228600" rtl="0" algn="l">
              <a:lnSpc>
                <a:spcPct val="100000"/>
              </a:lnSpc>
              <a:spcBef>
                <a:spcPts val="480"/>
              </a:spcBef>
              <a:spcAft>
                <a:spcPts val="0"/>
              </a:spcAft>
              <a:buClr>
                <a:schemeClr val="dk1"/>
              </a:buClr>
              <a:buSzPts val="2400"/>
              <a:buFont typeface="Calibri"/>
              <a:buNone/>
            </a:pPr>
            <a:r>
              <a:rPr lang="de-CH" sz="2400"/>
              <a:t>  &lt;dt&gt; 172 &lt;/dt&gt;</a:t>
            </a:r>
            <a:endParaRPr/>
          </a:p>
          <a:p>
            <a:pPr indent="-228600" lvl="0" marL="228600" rtl="0" algn="l">
              <a:lnSpc>
                <a:spcPct val="100000"/>
              </a:lnSpc>
              <a:spcBef>
                <a:spcPts val="480"/>
              </a:spcBef>
              <a:spcAft>
                <a:spcPts val="0"/>
              </a:spcAft>
              <a:buClr>
                <a:schemeClr val="dk1"/>
              </a:buClr>
              <a:buSzPts val="2400"/>
              <a:buFont typeface="Calibri"/>
              <a:buNone/>
            </a:pPr>
            <a:r>
              <a:rPr lang="de-CH" sz="2400"/>
              <a:t>  &lt;dd&gt; Smaller four-place airplane &lt;/dd&gt;</a:t>
            </a:r>
            <a:endParaRPr/>
          </a:p>
          <a:p>
            <a:pPr indent="-228600" lvl="0" marL="228600" rtl="0" algn="l">
              <a:lnSpc>
                <a:spcPct val="100000"/>
              </a:lnSpc>
              <a:spcBef>
                <a:spcPts val="480"/>
              </a:spcBef>
              <a:spcAft>
                <a:spcPts val="0"/>
              </a:spcAft>
              <a:buClr>
                <a:schemeClr val="dk1"/>
              </a:buClr>
              <a:buSzPts val="2400"/>
              <a:buFont typeface="Calibri"/>
              <a:buNone/>
            </a:pPr>
            <a:r>
              <a:rPr lang="de-CH" sz="2400"/>
              <a:t>&lt;/dl&gt;</a:t>
            </a:r>
            <a:endParaRPr/>
          </a:p>
        </p:txBody>
      </p:sp>
      <p:pic>
        <p:nvPicPr>
          <p:cNvPr descr="ch2_10" id="302" name="Google Shape;302;p21"/>
          <p:cNvPicPr preferRelativeResize="0"/>
          <p:nvPr/>
        </p:nvPicPr>
        <p:blipFill rotWithShape="1">
          <a:blip r:embed="rId3">
            <a:alphaModFix/>
          </a:blip>
          <a:srcRect b="0" l="0" r="0" t="36181"/>
          <a:stretch/>
        </p:blipFill>
        <p:spPr>
          <a:xfrm>
            <a:off x="7188591" y="2405344"/>
            <a:ext cx="4876800" cy="2047312"/>
          </a:xfrm>
          <a:prstGeom prst="rect">
            <a:avLst/>
          </a:prstGeom>
          <a:noFill/>
          <a:ln>
            <a:noFill/>
          </a:ln>
        </p:spPr>
      </p:pic>
      <p:sp>
        <p:nvSpPr>
          <p:cNvPr id="303" name="Google Shape;303;p21"/>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de-CH" sz="2400" u="none" cap="none" strike="noStrike">
                <a:solidFill>
                  <a:srgbClr val="C55A11"/>
                </a:solidFill>
                <a:latin typeface="Calibri"/>
                <a:ea typeface="Calibri"/>
                <a:cs typeface="Calibri"/>
                <a:sym typeface="Calibri"/>
              </a:rPr>
              <a:t>Definition Lists</a:t>
            </a:r>
            <a:endParaRPr b="0" i="0" sz="1400" u="none" cap="none" strike="noStrike">
              <a:solidFill>
                <a:srgbClr val="000000"/>
              </a:solidFill>
              <a:latin typeface="Arial"/>
              <a:ea typeface="Arial"/>
              <a:cs typeface="Arial"/>
              <a:sym typeface="Arial"/>
            </a:endParaRPr>
          </a:p>
        </p:txBody>
      </p:sp>
      <p:cxnSp>
        <p:nvCxnSpPr>
          <p:cNvPr id="304" name="Google Shape;304;p21"/>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305" name="Google Shape;305;p21"/>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de-CH" sz="2400" u="none" cap="none" strike="noStrike">
                <a:solidFill>
                  <a:srgbClr val="2F5496"/>
                </a:solidFill>
                <a:latin typeface="Calibri"/>
                <a:ea typeface="Calibri"/>
                <a:cs typeface="Calibri"/>
                <a:sym typeface="Calibri"/>
              </a:rPr>
              <a:t>HTML – Basic Markups</a:t>
            </a:r>
            <a:endParaRPr b="1" i="0" sz="2400" u="none" cap="none" strike="noStrike">
              <a:solidFill>
                <a:srgbClr val="2F5496"/>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2"/>
                                        </p:tgtEl>
                                        <p:attrNameLst>
                                          <p:attrName>style.visibility</p:attrName>
                                        </p:attrNameLst>
                                      </p:cBhvr>
                                      <p:to>
                                        <p:strVal val="visible"/>
                                      </p:to>
                                    </p:set>
                                    <p:anim calcmode="lin" valueType="num">
                                      <p:cBhvr additive="base">
                                        <p:cTn dur="500"/>
                                        <p:tgtEl>
                                          <p:spTgt spid="302"/>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9" name="Shape 309"/>
        <p:cNvGrpSpPr/>
        <p:nvPr/>
      </p:nvGrpSpPr>
      <p:grpSpPr>
        <a:xfrm>
          <a:off x="0" y="0"/>
          <a:ext cx="0" cy="0"/>
          <a:chOff x="0" y="0"/>
          <a:chExt cx="0" cy="0"/>
        </a:xfrm>
      </p:grpSpPr>
      <p:sp>
        <p:nvSpPr>
          <p:cNvPr id="310" name="Google Shape;310;p22"/>
          <p:cNvSpPr txBox="1"/>
          <p:nvPr>
            <p:ph idx="1" type="body"/>
          </p:nvPr>
        </p:nvSpPr>
        <p:spPr>
          <a:xfrm>
            <a:off x="213065" y="1475011"/>
            <a:ext cx="9429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120000"/>
              </a:lnSpc>
              <a:spcBef>
                <a:spcPts val="0"/>
              </a:spcBef>
              <a:spcAft>
                <a:spcPts val="0"/>
              </a:spcAft>
              <a:buClr>
                <a:schemeClr val="dk1"/>
              </a:buClr>
              <a:buSzPts val="2400"/>
              <a:buFont typeface="Times"/>
              <a:buChar char="•"/>
            </a:pPr>
            <a:r>
              <a:rPr lang="de-CH" sz="2400">
                <a:latin typeface="Calibri"/>
                <a:ea typeface="Calibri"/>
                <a:cs typeface="Calibri"/>
                <a:sym typeface="Calibri"/>
              </a:rPr>
              <a:t>A matrix of cells, each possibly having content</a:t>
            </a:r>
            <a:endParaRPr/>
          </a:p>
          <a:p>
            <a:pPr indent="-228600" lvl="0" marL="228600" rtl="0" algn="l">
              <a:lnSpc>
                <a:spcPct val="120000"/>
              </a:lnSpc>
              <a:spcBef>
                <a:spcPts val="480"/>
              </a:spcBef>
              <a:spcAft>
                <a:spcPts val="0"/>
              </a:spcAft>
              <a:buClr>
                <a:schemeClr val="dk1"/>
              </a:buClr>
              <a:buSzPts val="2400"/>
              <a:buFont typeface="Times"/>
              <a:buChar char="•"/>
            </a:pPr>
            <a:r>
              <a:rPr lang="de-CH" sz="2400">
                <a:latin typeface="Calibri"/>
                <a:ea typeface="Calibri"/>
                <a:cs typeface="Calibri"/>
                <a:sym typeface="Calibri"/>
              </a:rPr>
              <a:t>The cells can include almost any element</a:t>
            </a:r>
            <a:endParaRPr/>
          </a:p>
          <a:p>
            <a:pPr indent="-228600" lvl="0" marL="228600" rtl="0" algn="l">
              <a:lnSpc>
                <a:spcPct val="120000"/>
              </a:lnSpc>
              <a:spcBef>
                <a:spcPts val="480"/>
              </a:spcBef>
              <a:spcAft>
                <a:spcPts val="0"/>
              </a:spcAft>
              <a:buClr>
                <a:schemeClr val="dk1"/>
              </a:buClr>
              <a:buSzPts val="2400"/>
              <a:buFont typeface="Times"/>
              <a:buChar char="•"/>
            </a:pPr>
            <a:r>
              <a:rPr lang="de-CH" sz="2400">
                <a:latin typeface="Calibri"/>
                <a:ea typeface="Calibri"/>
                <a:cs typeface="Calibri"/>
                <a:sym typeface="Calibri"/>
              </a:rPr>
              <a:t>Some cells have row or column labels and some have data</a:t>
            </a:r>
            <a:endParaRPr/>
          </a:p>
          <a:p>
            <a:pPr indent="-228600" lvl="0" marL="228600" rtl="0" algn="l">
              <a:lnSpc>
                <a:spcPct val="120000"/>
              </a:lnSpc>
              <a:spcBef>
                <a:spcPts val="480"/>
              </a:spcBef>
              <a:spcAft>
                <a:spcPts val="0"/>
              </a:spcAft>
              <a:buClr>
                <a:schemeClr val="dk1"/>
              </a:buClr>
              <a:buSzPts val="2400"/>
              <a:buFont typeface="Times"/>
              <a:buChar char="•"/>
            </a:pPr>
            <a:r>
              <a:rPr lang="de-CH" sz="2400">
                <a:latin typeface="Calibri"/>
                <a:ea typeface="Calibri"/>
                <a:cs typeface="Calibri"/>
                <a:sym typeface="Calibri"/>
              </a:rPr>
              <a:t>A table is specified as the content of a &lt;table&gt; tag</a:t>
            </a:r>
            <a:endParaRPr/>
          </a:p>
          <a:p>
            <a:pPr indent="-228600" lvl="0" marL="228600" rtl="0" algn="l">
              <a:lnSpc>
                <a:spcPct val="120000"/>
              </a:lnSpc>
              <a:spcBef>
                <a:spcPts val="480"/>
              </a:spcBef>
              <a:spcAft>
                <a:spcPts val="0"/>
              </a:spcAft>
              <a:buClr>
                <a:schemeClr val="dk1"/>
              </a:buClr>
              <a:buSzPts val="2400"/>
              <a:buFont typeface="Times"/>
              <a:buChar char="•"/>
            </a:pPr>
            <a:r>
              <a:rPr lang="de-CH" sz="2400">
                <a:latin typeface="Calibri"/>
                <a:ea typeface="Calibri"/>
                <a:cs typeface="Calibri"/>
                <a:sym typeface="Calibri"/>
              </a:rPr>
              <a:t>A border attribute in the &lt;table&gt; tag specifies a border between the cells</a:t>
            </a:r>
            <a:endParaRPr/>
          </a:p>
          <a:p>
            <a:pPr indent="-228600" lvl="0" marL="228600" rtl="0" algn="l">
              <a:lnSpc>
                <a:spcPct val="120000"/>
              </a:lnSpc>
              <a:spcBef>
                <a:spcPts val="480"/>
              </a:spcBef>
              <a:spcAft>
                <a:spcPts val="0"/>
              </a:spcAft>
              <a:buClr>
                <a:schemeClr val="dk1"/>
              </a:buClr>
              <a:buSzPts val="2400"/>
              <a:buFont typeface="Times"/>
              <a:buChar char="•"/>
            </a:pPr>
            <a:r>
              <a:rPr lang="de-CH" sz="2400">
                <a:latin typeface="Calibri"/>
                <a:ea typeface="Calibri"/>
                <a:cs typeface="Calibri"/>
                <a:sym typeface="Calibri"/>
              </a:rPr>
              <a:t>Tables are given titles with the &lt;caption&gt; tag, which can immediately follow &lt;table&gt;</a:t>
            </a:r>
            <a:endParaRPr/>
          </a:p>
        </p:txBody>
      </p:sp>
      <p:sp>
        <p:nvSpPr>
          <p:cNvPr id="311" name="Google Shape;311;p22"/>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de-CH" sz="2400" u="none" cap="none" strike="noStrike">
                <a:solidFill>
                  <a:srgbClr val="C55A11"/>
                </a:solidFill>
                <a:latin typeface="Calibri"/>
                <a:ea typeface="Calibri"/>
                <a:cs typeface="Calibri"/>
                <a:sym typeface="Calibri"/>
              </a:rPr>
              <a:t>Tables</a:t>
            </a:r>
            <a:endParaRPr b="0" i="0" sz="1400" u="none" cap="none" strike="noStrike">
              <a:solidFill>
                <a:srgbClr val="000000"/>
              </a:solidFill>
              <a:latin typeface="Arial"/>
              <a:ea typeface="Arial"/>
              <a:cs typeface="Arial"/>
              <a:sym typeface="Arial"/>
            </a:endParaRPr>
          </a:p>
        </p:txBody>
      </p:sp>
      <p:cxnSp>
        <p:nvCxnSpPr>
          <p:cNvPr id="312" name="Google Shape;312;p22"/>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313" name="Google Shape;313;p22"/>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de-CH" sz="2400" u="none" cap="none" strike="noStrike">
                <a:solidFill>
                  <a:srgbClr val="2F5496"/>
                </a:solidFill>
                <a:latin typeface="Calibri"/>
                <a:ea typeface="Calibri"/>
                <a:cs typeface="Calibri"/>
                <a:sym typeface="Calibri"/>
              </a:rPr>
              <a:t>HTML – Basic Markups</a:t>
            </a:r>
            <a:endParaRPr b="1" i="0" sz="2400" u="none" cap="none" strike="noStrike">
              <a:solidFill>
                <a:srgbClr val="2F5496"/>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7" name="Shape 317"/>
        <p:cNvGrpSpPr/>
        <p:nvPr/>
      </p:nvGrpSpPr>
      <p:grpSpPr>
        <a:xfrm>
          <a:off x="0" y="0"/>
          <a:ext cx="0" cy="0"/>
          <a:chOff x="0" y="0"/>
          <a:chExt cx="0" cy="0"/>
        </a:xfrm>
      </p:grpSpPr>
      <p:sp>
        <p:nvSpPr>
          <p:cNvPr id="318" name="Google Shape;318;p23"/>
          <p:cNvSpPr txBox="1"/>
          <p:nvPr>
            <p:ph idx="1" type="body"/>
          </p:nvPr>
        </p:nvSpPr>
        <p:spPr>
          <a:xfrm>
            <a:off x="213065" y="1466791"/>
            <a:ext cx="5170251" cy="2100760"/>
          </a:xfrm>
          <a:prstGeom prst="rect">
            <a:avLst/>
          </a:prstGeom>
          <a:noFill/>
          <a:ln>
            <a:noFill/>
          </a:ln>
        </p:spPr>
        <p:txBody>
          <a:bodyPr anchorCtr="0" anchor="t" bIns="45700" lIns="91425" spcFirstLastPara="1" rIns="91425" wrap="square" tIns="45700">
            <a:noAutofit/>
          </a:bodyPr>
          <a:lstStyle/>
          <a:p>
            <a:pPr indent="-228600" lvl="0" marL="228600" rtl="0" algn="l">
              <a:lnSpc>
                <a:spcPct val="80000"/>
              </a:lnSpc>
              <a:spcBef>
                <a:spcPts val="0"/>
              </a:spcBef>
              <a:spcAft>
                <a:spcPts val="0"/>
              </a:spcAft>
              <a:buClr>
                <a:schemeClr val="dk1"/>
              </a:buClr>
              <a:buSzPts val="2400"/>
              <a:buChar char="•"/>
            </a:pPr>
            <a:r>
              <a:rPr lang="de-CH" sz="2400"/>
              <a:t>A table mainly consists of a series of table rows (tr.)</a:t>
            </a:r>
            <a:endParaRPr/>
          </a:p>
          <a:p>
            <a:pPr indent="-228600" lvl="0" marL="228600" rtl="0" algn="l">
              <a:lnSpc>
                <a:spcPct val="80000"/>
              </a:lnSpc>
              <a:spcBef>
                <a:spcPts val="0"/>
              </a:spcBef>
              <a:spcAft>
                <a:spcPts val="0"/>
              </a:spcAft>
              <a:buClr>
                <a:schemeClr val="dk1"/>
              </a:buClr>
              <a:buSzPts val="2400"/>
              <a:buChar char="•"/>
            </a:pPr>
            <a:r>
              <a:rPr lang="de-CH" sz="2400"/>
              <a:t> Each table row consists of a number of table data (td) elements. </a:t>
            </a:r>
            <a:endParaRPr/>
          </a:p>
          <a:p>
            <a:pPr indent="-228600" lvl="0" marL="228600" rtl="0" algn="l">
              <a:lnSpc>
                <a:spcPct val="80000"/>
              </a:lnSpc>
              <a:spcBef>
                <a:spcPts val="0"/>
              </a:spcBef>
              <a:spcAft>
                <a:spcPts val="0"/>
              </a:spcAft>
              <a:buClr>
                <a:schemeClr val="dk1"/>
              </a:buClr>
              <a:buSzPts val="2400"/>
              <a:buChar char="•"/>
            </a:pPr>
            <a:r>
              <a:rPr lang="de-CH" sz="2400"/>
              <a:t>The table heading (th) element can be used to indicate a table cell should be marked as a heading.</a:t>
            </a:r>
            <a:endParaRPr/>
          </a:p>
          <a:p>
            <a:pPr indent="-76200" lvl="0" marL="228600" rtl="0" algn="l">
              <a:lnSpc>
                <a:spcPct val="80000"/>
              </a:lnSpc>
              <a:spcBef>
                <a:spcPts val="0"/>
              </a:spcBef>
              <a:spcAft>
                <a:spcPts val="0"/>
              </a:spcAft>
              <a:buClr>
                <a:schemeClr val="dk1"/>
              </a:buClr>
              <a:buSzPts val="2400"/>
              <a:buNone/>
            </a:pPr>
            <a:r>
              <a:t/>
            </a:r>
            <a:endParaRPr sz="2400"/>
          </a:p>
          <a:p>
            <a:pPr indent="-228600" lvl="0" marL="228600" rtl="0" algn="l">
              <a:lnSpc>
                <a:spcPct val="80000"/>
              </a:lnSpc>
              <a:spcBef>
                <a:spcPts val="0"/>
              </a:spcBef>
              <a:spcAft>
                <a:spcPts val="0"/>
              </a:spcAft>
              <a:buClr>
                <a:schemeClr val="dk1"/>
              </a:buClr>
              <a:buSzPts val="2400"/>
              <a:buChar char="•"/>
            </a:pPr>
            <a:r>
              <a:rPr lang="de-CH" sz="2400"/>
              <a:t>The rowspan and colspan attributes can be used to make a cell span more than one row or column.</a:t>
            </a:r>
            <a:endParaRPr/>
          </a:p>
          <a:p>
            <a:pPr indent="-76200" lvl="0" marL="228600" rtl="0" algn="l">
              <a:lnSpc>
                <a:spcPct val="80000"/>
              </a:lnSpc>
              <a:spcBef>
                <a:spcPts val="0"/>
              </a:spcBef>
              <a:spcAft>
                <a:spcPts val="0"/>
              </a:spcAft>
              <a:buClr>
                <a:schemeClr val="dk1"/>
              </a:buClr>
              <a:buSzPts val="2400"/>
              <a:buNone/>
            </a:pPr>
            <a:r>
              <a:t/>
            </a:r>
            <a:endParaRPr sz="2400"/>
          </a:p>
          <a:p>
            <a:pPr indent="-228600" lvl="0" marL="228600" rtl="0" algn="l">
              <a:lnSpc>
                <a:spcPct val="80000"/>
              </a:lnSpc>
              <a:spcBef>
                <a:spcPts val="0"/>
              </a:spcBef>
              <a:spcAft>
                <a:spcPts val="0"/>
              </a:spcAft>
              <a:buClr>
                <a:schemeClr val="dk1"/>
              </a:buClr>
              <a:buSzPts val="2400"/>
              <a:buChar char="•"/>
            </a:pPr>
            <a:r>
              <a:rPr lang="de-CH" sz="2400"/>
              <a:t>Each row of a table should have the same number of columns, and each column should have the same number of rows. Use of the span attribute may require adjustment to other rows or columns.</a:t>
            </a:r>
            <a:endParaRPr sz="1050"/>
          </a:p>
        </p:txBody>
      </p:sp>
      <p:pic>
        <p:nvPicPr>
          <p:cNvPr descr="ch2_11" id="319" name="Google Shape;319;p23"/>
          <p:cNvPicPr preferRelativeResize="0"/>
          <p:nvPr/>
        </p:nvPicPr>
        <p:blipFill rotWithShape="1">
          <a:blip r:embed="rId3">
            <a:alphaModFix/>
          </a:blip>
          <a:srcRect b="0" l="0" r="43650" t="41739"/>
          <a:stretch/>
        </p:blipFill>
        <p:spPr>
          <a:xfrm>
            <a:off x="8581292" y="4029493"/>
            <a:ext cx="3376246" cy="1942899"/>
          </a:xfrm>
          <a:prstGeom prst="rect">
            <a:avLst/>
          </a:prstGeom>
          <a:noFill/>
          <a:ln>
            <a:noFill/>
          </a:ln>
        </p:spPr>
      </p:pic>
      <p:sp>
        <p:nvSpPr>
          <p:cNvPr id="320" name="Google Shape;320;p23"/>
          <p:cNvSpPr txBox="1"/>
          <p:nvPr/>
        </p:nvSpPr>
        <p:spPr>
          <a:xfrm>
            <a:off x="5638117" y="1466791"/>
            <a:ext cx="5467042" cy="4505601"/>
          </a:xfrm>
          <a:prstGeom prst="rect">
            <a:avLst/>
          </a:prstGeom>
          <a:noFill/>
          <a:ln>
            <a:noFill/>
          </a:ln>
        </p:spPr>
        <p:txBody>
          <a:bodyPr anchorCtr="0" anchor="ctr" bIns="45700" lIns="91425" spcFirstLastPara="1" rIns="91425" wrap="square" tIns="45700">
            <a:noAutofit/>
          </a:bodyPr>
          <a:lstStyle/>
          <a:p>
            <a:pPr indent="-306000" lvl="0" marL="306000" marR="0" rtl="0" algn="l">
              <a:lnSpc>
                <a:spcPct val="80000"/>
              </a:lnSpc>
              <a:spcBef>
                <a:spcPts val="0"/>
              </a:spcBef>
              <a:spcAft>
                <a:spcPts val="0"/>
              </a:spcAft>
              <a:buClr>
                <a:srgbClr val="ED8428"/>
              </a:buClr>
              <a:buSzPts val="1600"/>
              <a:buFont typeface="Noto Sans Symbols"/>
              <a:buNone/>
            </a:pPr>
            <a:r>
              <a:t/>
            </a:r>
            <a:endParaRPr b="0" i="0" sz="1600" u="none" cap="none" strike="noStrike">
              <a:solidFill>
                <a:srgbClr val="3D3D3D"/>
              </a:solidFill>
              <a:latin typeface="Calibri"/>
              <a:ea typeface="Calibri"/>
              <a:cs typeface="Calibri"/>
              <a:sym typeface="Calibri"/>
            </a:endParaRPr>
          </a:p>
          <a:p>
            <a:pPr indent="-306000" lvl="0" marL="306000" marR="0" rtl="0" algn="l">
              <a:lnSpc>
                <a:spcPct val="80000"/>
              </a:lnSpc>
              <a:spcBef>
                <a:spcPts val="920"/>
              </a:spcBef>
              <a:spcAft>
                <a:spcPts val="0"/>
              </a:spcAft>
              <a:buClr>
                <a:srgbClr val="ED8428"/>
              </a:buClr>
              <a:buSzPts val="1600"/>
              <a:buFont typeface="Noto Sans Symbols"/>
              <a:buNone/>
            </a:pPr>
            <a:r>
              <a:rPr b="0" i="0" lang="de-CH" sz="1600" u="none" cap="none" strike="noStrike">
                <a:solidFill>
                  <a:srgbClr val="3D3D3D"/>
                </a:solidFill>
                <a:latin typeface="Calibri"/>
                <a:ea typeface="Calibri"/>
                <a:cs typeface="Calibri"/>
                <a:sym typeface="Calibri"/>
              </a:rPr>
              <a:t>&lt;table border = "border"&gt;</a:t>
            </a:r>
            <a:endParaRPr b="0" i="0" sz="1400" u="none" cap="none" strike="noStrike">
              <a:solidFill>
                <a:srgbClr val="000000"/>
              </a:solidFill>
              <a:latin typeface="Arial"/>
              <a:ea typeface="Arial"/>
              <a:cs typeface="Arial"/>
              <a:sym typeface="Arial"/>
            </a:endParaRPr>
          </a:p>
          <a:p>
            <a:pPr indent="-306000" lvl="0" marL="306000" marR="0" rtl="0" algn="l">
              <a:lnSpc>
                <a:spcPct val="80000"/>
              </a:lnSpc>
              <a:spcBef>
                <a:spcPts val="920"/>
              </a:spcBef>
              <a:spcAft>
                <a:spcPts val="0"/>
              </a:spcAft>
              <a:buClr>
                <a:srgbClr val="ED8428"/>
              </a:buClr>
              <a:buSzPts val="1600"/>
              <a:buFont typeface="Noto Sans Symbols"/>
              <a:buNone/>
            </a:pPr>
            <a:r>
              <a:rPr b="0" i="0" lang="de-CH" sz="1600" u="none" cap="none" strike="noStrike">
                <a:solidFill>
                  <a:srgbClr val="3D3D3D"/>
                </a:solidFill>
                <a:latin typeface="Calibri"/>
                <a:ea typeface="Calibri"/>
                <a:cs typeface="Calibri"/>
                <a:sym typeface="Calibri"/>
              </a:rPr>
              <a:t>   &lt;caption&gt; Fruit Juice Drinks &lt;/caption&gt;</a:t>
            </a:r>
            <a:endParaRPr b="0" i="0" sz="1400" u="none" cap="none" strike="noStrike">
              <a:solidFill>
                <a:srgbClr val="000000"/>
              </a:solidFill>
              <a:latin typeface="Arial"/>
              <a:ea typeface="Arial"/>
              <a:cs typeface="Arial"/>
              <a:sym typeface="Arial"/>
            </a:endParaRPr>
          </a:p>
          <a:p>
            <a:pPr indent="-306000" lvl="0" marL="306000" marR="0" rtl="0" algn="l">
              <a:lnSpc>
                <a:spcPct val="80000"/>
              </a:lnSpc>
              <a:spcBef>
                <a:spcPts val="920"/>
              </a:spcBef>
              <a:spcAft>
                <a:spcPts val="0"/>
              </a:spcAft>
              <a:buClr>
                <a:srgbClr val="ED8428"/>
              </a:buClr>
              <a:buSzPts val="1600"/>
              <a:buFont typeface="Noto Sans Symbols"/>
              <a:buNone/>
            </a:pPr>
            <a:r>
              <a:rPr b="0" i="0" lang="de-CH" sz="1600" u="none" cap="none" strike="noStrike">
                <a:solidFill>
                  <a:srgbClr val="3D3D3D"/>
                </a:solidFill>
                <a:latin typeface="Calibri"/>
                <a:ea typeface="Calibri"/>
                <a:cs typeface="Calibri"/>
                <a:sym typeface="Calibri"/>
              </a:rPr>
              <a:t>     &lt;tr&gt;</a:t>
            </a:r>
            <a:endParaRPr b="0" i="0" sz="1400" u="none" cap="none" strike="noStrike">
              <a:solidFill>
                <a:srgbClr val="000000"/>
              </a:solidFill>
              <a:latin typeface="Arial"/>
              <a:ea typeface="Arial"/>
              <a:cs typeface="Arial"/>
              <a:sym typeface="Arial"/>
            </a:endParaRPr>
          </a:p>
          <a:p>
            <a:pPr indent="-306000" lvl="0" marL="306000" marR="0" rtl="0" algn="l">
              <a:lnSpc>
                <a:spcPct val="80000"/>
              </a:lnSpc>
              <a:spcBef>
                <a:spcPts val="920"/>
              </a:spcBef>
              <a:spcAft>
                <a:spcPts val="0"/>
              </a:spcAft>
              <a:buClr>
                <a:srgbClr val="ED8428"/>
              </a:buClr>
              <a:buSzPts val="1600"/>
              <a:buFont typeface="Noto Sans Symbols"/>
              <a:buNone/>
            </a:pPr>
            <a:r>
              <a:rPr b="0" i="0" lang="de-CH" sz="1600" u="none" cap="none" strike="noStrike">
                <a:solidFill>
                  <a:srgbClr val="3D3D3D"/>
                </a:solidFill>
                <a:latin typeface="Calibri"/>
                <a:ea typeface="Calibri"/>
                <a:cs typeface="Calibri"/>
                <a:sym typeface="Calibri"/>
              </a:rPr>
              <a:t>       &lt;th&gt; &lt;/th&gt;</a:t>
            </a:r>
            <a:endParaRPr b="0" i="0" sz="1400" u="none" cap="none" strike="noStrike">
              <a:solidFill>
                <a:srgbClr val="000000"/>
              </a:solidFill>
              <a:latin typeface="Arial"/>
              <a:ea typeface="Arial"/>
              <a:cs typeface="Arial"/>
              <a:sym typeface="Arial"/>
            </a:endParaRPr>
          </a:p>
          <a:p>
            <a:pPr indent="-306000" lvl="0" marL="306000" marR="0" rtl="0" algn="l">
              <a:lnSpc>
                <a:spcPct val="80000"/>
              </a:lnSpc>
              <a:spcBef>
                <a:spcPts val="920"/>
              </a:spcBef>
              <a:spcAft>
                <a:spcPts val="0"/>
              </a:spcAft>
              <a:buClr>
                <a:srgbClr val="ED8428"/>
              </a:buClr>
              <a:buSzPts val="1600"/>
              <a:buFont typeface="Noto Sans Symbols"/>
              <a:buNone/>
            </a:pPr>
            <a:r>
              <a:rPr b="0" i="0" lang="de-CH" sz="1600" u="none" cap="none" strike="noStrike">
                <a:solidFill>
                  <a:srgbClr val="3D3D3D"/>
                </a:solidFill>
                <a:latin typeface="Calibri"/>
                <a:ea typeface="Calibri"/>
                <a:cs typeface="Calibri"/>
                <a:sym typeface="Calibri"/>
              </a:rPr>
              <a:t>       &lt;th&gt; Apple &lt;/th&gt;</a:t>
            </a:r>
            <a:endParaRPr b="0" i="0" sz="1400" u="none" cap="none" strike="noStrike">
              <a:solidFill>
                <a:srgbClr val="000000"/>
              </a:solidFill>
              <a:latin typeface="Arial"/>
              <a:ea typeface="Arial"/>
              <a:cs typeface="Arial"/>
              <a:sym typeface="Arial"/>
            </a:endParaRPr>
          </a:p>
          <a:p>
            <a:pPr indent="-306000" lvl="0" marL="306000" marR="0" rtl="0" algn="l">
              <a:lnSpc>
                <a:spcPct val="80000"/>
              </a:lnSpc>
              <a:spcBef>
                <a:spcPts val="920"/>
              </a:spcBef>
              <a:spcAft>
                <a:spcPts val="0"/>
              </a:spcAft>
              <a:buClr>
                <a:srgbClr val="ED8428"/>
              </a:buClr>
              <a:buSzPts val="1600"/>
              <a:buFont typeface="Noto Sans Symbols"/>
              <a:buNone/>
            </a:pPr>
            <a:r>
              <a:rPr b="0" i="0" lang="de-CH" sz="1600" u="none" cap="none" strike="noStrike">
                <a:solidFill>
                  <a:srgbClr val="3D3D3D"/>
                </a:solidFill>
                <a:latin typeface="Calibri"/>
                <a:ea typeface="Calibri"/>
                <a:cs typeface="Calibri"/>
                <a:sym typeface="Calibri"/>
              </a:rPr>
              <a:t>       &lt;th&gt; Orange &lt;/th&gt;</a:t>
            </a:r>
            <a:endParaRPr b="0" i="0" sz="1400" u="none" cap="none" strike="noStrike">
              <a:solidFill>
                <a:srgbClr val="000000"/>
              </a:solidFill>
              <a:latin typeface="Arial"/>
              <a:ea typeface="Arial"/>
              <a:cs typeface="Arial"/>
              <a:sym typeface="Arial"/>
            </a:endParaRPr>
          </a:p>
          <a:p>
            <a:pPr indent="-306000" lvl="0" marL="306000" marR="0" rtl="0" algn="l">
              <a:lnSpc>
                <a:spcPct val="80000"/>
              </a:lnSpc>
              <a:spcBef>
                <a:spcPts val="920"/>
              </a:spcBef>
              <a:spcAft>
                <a:spcPts val="0"/>
              </a:spcAft>
              <a:buClr>
                <a:srgbClr val="ED8428"/>
              </a:buClr>
              <a:buSzPts val="1600"/>
              <a:buFont typeface="Noto Sans Symbols"/>
              <a:buNone/>
            </a:pPr>
            <a:r>
              <a:rPr b="0" i="0" lang="de-CH" sz="1600" u="none" cap="none" strike="noStrike">
                <a:solidFill>
                  <a:srgbClr val="3D3D3D"/>
                </a:solidFill>
                <a:latin typeface="Calibri"/>
                <a:ea typeface="Calibri"/>
                <a:cs typeface="Calibri"/>
                <a:sym typeface="Calibri"/>
              </a:rPr>
              <a:t>       &lt;th&gt; Screwdriver &lt;/th&gt;</a:t>
            </a:r>
            <a:endParaRPr b="0" i="0" sz="1400" u="none" cap="none" strike="noStrike">
              <a:solidFill>
                <a:srgbClr val="000000"/>
              </a:solidFill>
              <a:latin typeface="Arial"/>
              <a:ea typeface="Arial"/>
              <a:cs typeface="Arial"/>
              <a:sym typeface="Arial"/>
            </a:endParaRPr>
          </a:p>
          <a:p>
            <a:pPr indent="-306000" lvl="0" marL="306000" marR="0" rtl="0" algn="l">
              <a:lnSpc>
                <a:spcPct val="80000"/>
              </a:lnSpc>
              <a:spcBef>
                <a:spcPts val="920"/>
              </a:spcBef>
              <a:spcAft>
                <a:spcPts val="0"/>
              </a:spcAft>
              <a:buClr>
                <a:srgbClr val="ED8428"/>
              </a:buClr>
              <a:buSzPts val="1600"/>
              <a:buFont typeface="Noto Sans Symbols"/>
              <a:buNone/>
            </a:pPr>
            <a:r>
              <a:rPr b="0" i="0" lang="de-CH" sz="1600" u="none" cap="none" strike="noStrike">
                <a:solidFill>
                  <a:srgbClr val="3D3D3D"/>
                </a:solidFill>
                <a:latin typeface="Calibri"/>
                <a:ea typeface="Calibri"/>
                <a:cs typeface="Calibri"/>
                <a:sym typeface="Calibri"/>
              </a:rPr>
              <a:t>     &lt;/tr&gt;</a:t>
            </a:r>
            <a:endParaRPr b="0" i="0" sz="1400" u="none" cap="none" strike="noStrike">
              <a:solidFill>
                <a:srgbClr val="000000"/>
              </a:solidFill>
              <a:latin typeface="Arial"/>
              <a:ea typeface="Arial"/>
              <a:cs typeface="Arial"/>
              <a:sym typeface="Arial"/>
            </a:endParaRPr>
          </a:p>
          <a:p>
            <a:pPr indent="-306000" lvl="0" marL="306000" marR="0" rtl="0" algn="l">
              <a:lnSpc>
                <a:spcPct val="80000"/>
              </a:lnSpc>
              <a:spcBef>
                <a:spcPts val="920"/>
              </a:spcBef>
              <a:spcAft>
                <a:spcPts val="0"/>
              </a:spcAft>
              <a:buClr>
                <a:srgbClr val="ED8428"/>
              </a:buClr>
              <a:buSzPts val="1600"/>
              <a:buFont typeface="Noto Sans Symbols"/>
              <a:buNone/>
            </a:pPr>
            <a:r>
              <a:rPr b="0" i="0" lang="de-CH" sz="1600" u="none" cap="none" strike="noStrike">
                <a:solidFill>
                  <a:srgbClr val="3D3D3D"/>
                </a:solidFill>
                <a:latin typeface="Calibri"/>
                <a:ea typeface="Calibri"/>
                <a:cs typeface="Calibri"/>
                <a:sym typeface="Calibri"/>
              </a:rPr>
              <a:t>     &lt;tr&gt;</a:t>
            </a:r>
            <a:endParaRPr b="0" i="0" sz="1400" u="none" cap="none" strike="noStrike">
              <a:solidFill>
                <a:srgbClr val="000000"/>
              </a:solidFill>
              <a:latin typeface="Arial"/>
              <a:ea typeface="Arial"/>
              <a:cs typeface="Arial"/>
              <a:sym typeface="Arial"/>
            </a:endParaRPr>
          </a:p>
          <a:p>
            <a:pPr indent="-306000" lvl="0" marL="306000" marR="0" rtl="0" algn="l">
              <a:lnSpc>
                <a:spcPct val="80000"/>
              </a:lnSpc>
              <a:spcBef>
                <a:spcPts val="920"/>
              </a:spcBef>
              <a:spcAft>
                <a:spcPts val="0"/>
              </a:spcAft>
              <a:buClr>
                <a:srgbClr val="ED8428"/>
              </a:buClr>
              <a:buSzPts val="1600"/>
              <a:buFont typeface="Noto Sans Symbols"/>
              <a:buNone/>
            </a:pPr>
            <a:r>
              <a:rPr b="0" i="0" lang="de-CH" sz="1600" u="none" cap="none" strike="noStrike">
                <a:solidFill>
                  <a:srgbClr val="3D3D3D"/>
                </a:solidFill>
                <a:latin typeface="Calibri"/>
                <a:ea typeface="Calibri"/>
                <a:cs typeface="Calibri"/>
                <a:sym typeface="Calibri"/>
              </a:rPr>
              <a:t>       &lt;th&gt; Breakfast &lt;/th&gt;</a:t>
            </a:r>
            <a:endParaRPr b="0" i="0" sz="1400" u="none" cap="none" strike="noStrike">
              <a:solidFill>
                <a:srgbClr val="000000"/>
              </a:solidFill>
              <a:latin typeface="Arial"/>
              <a:ea typeface="Arial"/>
              <a:cs typeface="Arial"/>
              <a:sym typeface="Arial"/>
            </a:endParaRPr>
          </a:p>
          <a:p>
            <a:pPr indent="-306000" lvl="0" marL="306000" marR="0" rtl="0" algn="l">
              <a:lnSpc>
                <a:spcPct val="80000"/>
              </a:lnSpc>
              <a:spcBef>
                <a:spcPts val="920"/>
              </a:spcBef>
              <a:spcAft>
                <a:spcPts val="0"/>
              </a:spcAft>
              <a:buClr>
                <a:srgbClr val="ED8428"/>
              </a:buClr>
              <a:buSzPts val="1600"/>
              <a:buFont typeface="Noto Sans Symbols"/>
              <a:buNone/>
            </a:pPr>
            <a:r>
              <a:rPr b="0" i="0" lang="de-CH" sz="1600" u="none" cap="none" strike="noStrike">
                <a:solidFill>
                  <a:srgbClr val="3D3D3D"/>
                </a:solidFill>
                <a:latin typeface="Calibri"/>
                <a:ea typeface="Calibri"/>
                <a:cs typeface="Calibri"/>
                <a:sym typeface="Calibri"/>
              </a:rPr>
              <a:t>       &lt;td&gt; 0 &lt;/td&gt;</a:t>
            </a:r>
            <a:endParaRPr b="0" i="0" sz="1400" u="none" cap="none" strike="noStrike">
              <a:solidFill>
                <a:srgbClr val="000000"/>
              </a:solidFill>
              <a:latin typeface="Arial"/>
              <a:ea typeface="Arial"/>
              <a:cs typeface="Arial"/>
              <a:sym typeface="Arial"/>
            </a:endParaRPr>
          </a:p>
          <a:p>
            <a:pPr indent="-306000" lvl="0" marL="306000" marR="0" rtl="0" algn="l">
              <a:lnSpc>
                <a:spcPct val="80000"/>
              </a:lnSpc>
              <a:spcBef>
                <a:spcPts val="920"/>
              </a:spcBef>
              <a:spcAft>
                <a:spcPts val="0"/>
              </a:spcAft>
              <a:buClr>
                <a:srgbClr val="ED8428"/>
              </a:buClr>
              <a:buSzPts val="1600"/>
              <a:buFont typeface="Noto Sans Symbols"/>
              <a:buNone/>
            </a:pPr>
            <a:r>
              <a:rPr b="0" i="0" lang="de-CH" sz="1600" u="none" cap="none" strike="noStrike">
                <a:solidFill>
                  <a:srgbClr val="3D3D3D"/>
                </a:solidFill>
                <a:latin typeface="Calibri"/>
                <a:ea typeface="Calibri"/>
                <a:cs typeface="Calibri"/>
                <a:sym typeface="Calibri"/>
              </a:rPr>
              <a:t>       &lt;td&gt; 1 &lt;/td&gt;</a:t>
            </a:r>
            <a:endParaRPr b="0" i="0" sz="1400" u="none" cap="none" strike="noStrike">
              <a:solidFill>
                <a:srgbClr val="000000"/>
              </a:solidFill>
              <a:latin typeface="Arial"/>
              <a:ea typeface="Arial"/>
              <a:cs typeface="Arial"/>
              <a:sym typeface="Arial"/>
            </a:endParaRPr>
          </a:p>
          <a:p>
            <a:pPr indent="-306000" lvl="0" marL="306000" marR="0" rtl="0" algn="l">
              <a:lnSpc>
                <a:spcPct val="80000"/>
              </a:lnSpc>
              <a:spcBef>
                <a:spcPts val="920"/>
              </a:spcBef>
              <a:spcAft>
                <a:spcPts val="0"/>
              </a:spcAft>
              <a:buClr>
                <a:srgbClr val="ED8428"/>
              </a:buClr>
              <a:buSzPts val="1600"/>
              <a:buFont typeface="Noto Sans Symbols"/>
              <a:buNone/>
            </a:pPr>
            <a:r>
              <a:rPr b="0" i="0" lang="de-CH" sz="1600" u="none" cap="none" strike="noStrike">
                <a:solidFill>
                  <a:srgbClr val="3D3D3D"/>
                </a:solidFill>
                <a:latin typeface="Calibri"/>
                <a:ea typeface="Calibri"/>
                <a:cs typeface="Calibri"/>
                <a:sym typeface="Calibri"/>
              </a:rPr>
              <a:t>       &lt;td&gt; 0 &lt;/td&gt;</a:t>
            </a:r>
            <a:endParaRPr b="0" i="0" sz="1400" u="none" cap="none" strike="noStrike">
              <a:solidFill>
                <a:srgbClr val="000000"/>
              </a:solidFill>
              <a:latin typeface="Arial"/>
              <a:ea typeface="Arial"/>
              <a:cs typeface="Arial"/>
              <a:sym typeface="Arial"/>
            </a:endParaRPr>
          </a:p>
          <a:p>
            <a:pPr indent="-306000" lvl="0" marL="306000" marR="0" rtl="0" algn="l">
              <a:lnSpc>
                <a:spcPct val="80000"/>
              </a:lnSpc>
              <a:spcBef>
                <a:spcPts val="920"/>
              </a:spcBef>
              <a:spcAft>
                <a:spcPts val="0"/>
              </a:spcAft>
              <a:buClr>
                <a:srgbClr val="ED8428"/>
              </a:buClr>
              <a:buSzPts val="1600"/>
              <a:buFont typeface="Noto Sans Symbols"/>
              <a:buNone/>
            </a:pPr>
            <a:r>
              <a:rPr b="0" i="0" lang="de-CH" sz="1600" u="none" cap="none" strike="noStrike">
                <a:solidFill>
                  <a:srgbClr val="3D3D3D"/>
                </a:solidFill>
                <a:latin typeface="Calibri"/>
                <a:ea typeface="Calibri"/>
                <a:cs typeface="Calibri"/>
                <a:sym typeface="Calibri"/>
              </a:rPr>
              <a:t>     &lt;/tr&gt;</a:t>
            </a:r>
            <a:endParaRPr b="0" i="0" sz="1400" u="none" cap="none" strike="noStrike">
              <a:solidFill>
                <a:srgbClr val="000000"/>
              </a:solidFill>
              <a:latin typeface="Arial"/>
              <a:ea typeface="Arial"/>
              <a:cs typeface="Arial"/>
              <a:sym typeface="Arial"/>
            </a:endParaRPr>
          </a:p>
          <a:p>
            <a:pPr indent="-306000" lvl="0" marL="306000" marR="0" rtl="0" algn="l">
              <a:lnSpc>
                <a:spcPct val="80000"/>
              </a:lnSpc>
              <a:spcBef>
                <a:spcPts val="920"/>
              </a:spcBef>
              <a:spcAft>
                <a:spcPts val="0"/>
              </a:spcAft>
              <a:buClr>
                <a:srgbClr val="ED8428"/>
              </a:buClr>
              <a:buSzPts val="1600"/>
              <a:buFont typeface="Noto Sans Symbols"/>
              <a:buNone/>
            </a:pPr>
            <a:r>
              <a:rPr b="0" i="0" lang="de-CH" sz="1600" u="none" cap="none" strike="noStrike">
                <a:solidFill>
                  <a:srgbClr val="3D3D3D"/>
                </a:solidFill>
                <a:latin typeface="Calibri"/>
                <a:ea typeface="Calibri"/>
                <a:cs typeface="Calibri"/>
                <a:sym typeface="Calibri"/>
              </a:rPr>
              <a:t>     &lt;/table&gt;</a:t>
            </a:r>
            <a:endParaRPr b="0" i="0" sz="1600" u="none" cap="none" strike="noStrike">
              <a:solidFill>
                <a:srgbClr val="3D3D3D"/>
              </a:solidFill>
              <a:latin typeface="Calibri"/>
              <a:ea typeface="Calibri"/>
              <a:cs typeface="Calibri"/>
              <a:sym typeface="Calibri"/>
            </a:endParaRPr>
          </a:p>
        </p:txBody>
      </p:sp>
      <p:sp>
        <p:nvSpPr>
          <p:cNvPr id="321" name="Google Shape;321;p23"/>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de-CH" sz="2400" u="none" cap="none" strike="noStrike">
                <a:solidFill>
                  <a:srgbClr val="C55A11"/>
                </a:solidFill>
                <a:latin typeface="Calibri"/>
                <a:ea typeface="Calibri"/>
                <a:cs typeface="Calibri"/>
                <a:sym typeface="Calibri"/>
              </a:rPr>
              <a:t>Tables…(cntd.)</a:t>
            </a:r>
            <a:endParaRPr b="0" i="0" sz="1400" u="none" cap="none" strike="noStrike">
              <a:solidFill>
                <a:srgbClr val="000000"/>
              </a:solidFill>
              <a:latin typeface="Arial"/>
              <a:ea typeface="Arial"/>
              <a:cs typeface="Arial"/>
              <a:sym typeface="Arial"/>
            </a:endParaRPr>
          </a:p>
        </p:txBody>
      </p:sp>
      <p:cxnSp>
        <p:nvCxnSpPr>
          <p:cNvPr id="322" name="Google Shape;322;p23"/>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323" name="Google Shape;323;p23"/>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de-CH" sz="2400" u="none" cap="none" strike="noStrike">
                <a:solidFill>
                  <a:srgbClr val="2F5496"/>
                </a:solidFill>
                <a:latin typeface="Calibri"/>
                <a:ea typeface="Calibri"/>
                <a:cs typeface="Calibri"/>
                <a:sym typeface="Calibri"/>
              </a:rPr>
              <a:t>HTML – Basic Markups</a:t>
            </a:r>
            <a:endParaRPr b="1" i="0" sz="2400" u="none" cap="none" strike="noStrike">
              <a:solidFill>
                <a:srgbClr val="2F5496"/>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7" name="Shape 327"/>
        <p:cNvGrpSpPr/>
        <p:nvPr/>
      </p:nvGrpSpPr>
      <p:grpSpPr>
        <a:xfrm>
          <a:off x="0" y="0"/>
          <a:ext cx="0" cy="0"/>
          <a:chOff x="0" y="0"/>
          <a:chExt cx="0" cy="0"/>
        </a:xfrm>
      </p:grpSpPr>
      <p:sp>
        <p:nvSpPr>
          <p:cNvPr id="328" name="Google Shape;328;p24"/>
          <p:cNvSpPr txBox="1"/>
          <p:nvPr>
            <p:ph idx="1" type="body"/>
          </p:nvPr>
        </p:nvSpPr>
        <p:spPr>
          <a:xfrm>
            <a:off x="275208" y="1325563"/>
            <a:ext cx="5504155" cy="3280585"/>
          </a:xfrm>
          <a:prstGeom prst="rect">
            <a:avLst/>
          </a:prstGeom>
          <a:noFill/>
          <a:ln>
            <a:noFill/>
          </a:ln>
        </p:spPr>
        <p:txBody>
          <a:bodyPr anchorCtr="0" anchor="t" bIns="45700" lIns="91425" spcFirstLastPara="1" rIns="91425" wrap="square" tIns="45700">
            <a:noAutofit/>
          </a:bodyPr>
          <a:lstStyle/>
          <a:p>
            <a:pPr indent="-228600" lvl="0" marL="228600" rtl="0" algn="l">
              <a:lnSpc>
                <a:spcPct val="120000"/>
              </a:lnSpc>
              <a:spcBef>
                <a:spcPts val="0"/>
              </a:spcBef>
              <a:spcAft>
                <a:spcPts val="0"/>
              </a:spcAft>
              <a:buClr>
                <a:schemeClr val="dk1"/>
              </a:buClr>
              <a:buSzPts val="2400"/>
              <a:buFont typeface="Calibri"/>
              <a:buNone/>
            </a:pPr>
            <a:r>
              <a:rPr lang="de-CH" sz="2400">
                <a:latin typeface="Calibri"/>
                <a:ea typeface="Calibri"/>
                <a:cs typeface="Calibri"/>
                <a:sym typeface="Calibri"/>
              </a:rPr>
              <a:t>&lt;tr&gt;</a:t>
            </a:r>
            <a:endParaRPr/>
          </a:p>
          <a:p>
            <a:pPr indent="-228600" lvl="0" marL="228600" rtl="0" algn="l">
              <a:lnSpc>
                <a:spcPct val="120000"/>
              </a:lnSpc>
              <a:spcBef>
                <a:spcPts val="480"/>
              </a:spcBef>
              <a:spcAft>
                <a:spcPts val="0"/>
              </a:spcAft>
              <a:buClr>
                <a:schemeClr val="dk1"/>
              </a:buClr>
              <a:buSzPts val="2400"/>
              <a:buFont typeface="Calibri"/>
              <a:buNone/>
            </a:pPr>
            <a:r>
              <a:rPr lang="de-CH" sz="2400">
                <a:latin typeface="Calibri"/>
                <a:ea typeface="Calibri"/>
                <a:cs typeface="Calibri"/>
                <a:sym typeface="Calibri"/>
              </a:rPr>
              <a:t>  &lt;th colspan = "3"&gt; Fruit Juice Drinks &lt;/th&gt;</a:t>
            </a:r>
            <a:endParaRPr/>
          </a:p>
          <a:p>
            <a:pPr indent="-228600" lvl="0" marL="228600" rtl="0" algn="l">
              <a:lnSpc>
                <a:spcPct val="120000"/>
              </a:lnSpc>
              <a:spcBef>
                <a:spcPts val="480"/>
              </a:spcBef>
              <a:spcAft>
                <a:spcPts val="0"/>
              </a:spcAft>
              <a:buClr>
                <a:schemeClr val="dk1"/>
              </a:buClr>
              <a:buSzPts val="2400"/>
              <a:buFont typeface="Calibri"/>
              <a:buNone/>
            </a:pPr>
            <a:r>
              <a:rPr lang="de-CH" sz="2400">
                <a:latin typeface="Calibri"/>
                <a:ea typeface="Calibri"/>
                <a:cs typeface="Calibri"/>
                <a:sym typeface="Calibri"/>
              </a:rPr>
              <a:t>&lt;/tr&gt;</a:t>
            </a:r>
            <a:endParaRPr/>
          </a:p>
          <a:p>
            <a:pPr indent="-228600" lvl="0" marL="228600" rtl="0" algn="l">
              <a:lnSpc>
                <a:spcPct val="120000"/>
              </a:lnSpc>
              <a:spcBef>
                <a:spcPts val="480"/>
              </a:spcBef>
              <a:spcAft>
                <a:spcPts val="0"/>
              </a:spcAft>
              <a:buClr>
                <a:schemeClr val="dk1"/>
              </a:buClr>
              <a:buSzPts val="2400"/>
              <a:buFont typeface="Calibri"/>
              <a:buNone/>
            </a:pPr>
            <a:r>
              <a:rPr lang="de-CH" sz="2400">
                <a:latin typeface="Calibri"/>
                <a:ea typeface="Calibri"/>
                <a:cs typeface="Calibri"/>
                <a:sym typeface="Calibri"/>
              </a:rPr>
              <a:t>&lt;tr&gt;</a:t>
            </a:r>
            <a:endParaRPr/>
          </a:p>
          <a:p>
            <a:pPr indent="-228600" lvl="0" marL="228600" rtl="0" algn="l">
              <a:lnSpc>
                <a:spcPct val="120000"/>
              </a:lnSpc>
              <a:spcBef>
                <a:spcPts val="480"/>
              </a:spcBef>
              <a:spcAft>
                <a:spcPts val="0"/>
              </a:spcAft>
              <a:buClr>
                <a:schemeClr val="dk1"/>
              </a:buClr>
              <a:buSzPts val="2400"/>
              <a:buFont typeface="Calibri"/>
              <a:buNone/>
            </a:pPr>
            <a:r>
              <a:rPr lang="de-CH" sz="2400">
                <a:latin typeface="Calibri"/>
                <a:ea typeface="Calibri"/>
                <a:cs typeface="Calibri"/>
                <a:sym typeface="Calibri"/>
              </a:rPr>
              <a:t>  &lt;th&gt; Orange &lt;/th&gt;</a:t>
            </a:r>
            <a:endParaRPr/>
          </a:p>
          <a:p>
            <a:pPr indent="-228600" lvl="0" marL="228600" rtl="0" algn="l">
              <a:lnSpc>
                <a:spcPct val="120000"/>
              </a:lnSpc>
              <a:spcBef>
                <a:spcPts val="480"/>
              </a:spcBef>
              <a:spcAft>
                <a:spcPts val="0"/>
              </a:spcAft>
              <a:buClr>
                <a:schemeClr val="dk1"/>
              </a:buClr>
              <a:buSzPts val="2400"/>
              <a:buFont typeface="Calibri"/>
              <a:buNone/>
            </a:pPr>
            <a:r>
              <a:rPr lang="de-CH" sz="2400">
                <a:latin typeface="Calibri"/>
                <a:ea typeface="Calibri"/>
                <a:cs typeface="Calibri"/>
                <a:sym typeface="Calibri"/>
              </a:rPr>
              <a:t>  &lt;th&gt; Apple &lt;/th&gt;</a:t>
            </a:r>
            <a:endParaRPr/>
          </a:p>
          <a:p>
            <a:pPr indent="-228600" lvl="0" marL="228600" rtl="0" algn="l">
              <a:lnSpc>
                <a:spcPct val="120000"/>
              </a:lnSpc>
              <a:spcBef>
                <a:spcPts val="480"/>
              </a:spcBef>
              <a:spcAft>
                <a:spcPts val="0"/>
              </a:spcAft>
              <a:buClr>
                <a:schemeClr val="dk1"/>
              </a:buClr>
              <a:buSzPts val="2400"/>
              <a:buFont typeface="Calibri"/>
              <a:buNone/>
            </a:pPr>
            <a:r>
              <a:rPr lang="de-CH" sz="2400">
                <a:latin typeface="Calibri"/>
                <a:ea typeface="Calibri"/>
                <a:cs typeface="Calibri"/>
                <a:sym typeface="Calibri"/>
              </a:rPr>
              <a:t>  &lt;th&gt; Screwdriver &lt;/th&gt;</a:t>
            </a:r>
            <a:endParaRPr/>
          </a:p>
          <a:p>
            <a:pPr indent="-228600" lvl="0" marL="228600" rtl="0" algn="l">
              <a:lnSpc>
                <a:spcPct val="120000"/>
              </a:lnSpc>
              <a:spcBef>
                <a:spcPts val="480"/>
              </a:spcBef>
              <a:spcAft>
                <a:spcPts val="0"/>
              </a:spcAft>
              <a:buClr>
                <a:schemeClr val="dk1"/>
              </a:buClr>
              <a:buSzPts val="2400"/>
              <a:buFont typeface="Calibri"/>
              <a:buNone/>
            </a:pPr>
            <a:r>
              <a:rPr lang="de-CH" sz="2400">
                <a:latin typeface="Calibri"/>
                <a:ea typeface="Calibri"/>
                <a:cs typeface="Calibri"/>
                <a:sym typeface="Calibri"/>
              </a:rPr>
              <a:t>&lt;/tr&gt;</a:t>
            </a:r>
            <a:endParaRPr/>
          </a:p>
        </p:txBody>
      </p:sp>
      <p:pic>
        <p:nvPicPr>
          <p:cNvPr descr="ch2_12" id="329" name="Google Shape;329;p24"/>
          <p:cNvPicPr preferRelativeResize="0"/>
          <p:nvPr/>
        </p:nvPicPr>
        <p:blipFill rotWithShape="1">
          <a:blip r:embed="rId3">
            <a:alphaModFix/>
          </a:blip>
          <a:srcRect b="0" l="0" r="0" t="54752"/>
          <a:stretch/>
        </p:blipFill>
        <p:spPr>
          <a:xfrm>
            <a:off x="5466994" y="1836488"/>
            <a:ext cx="6019800" cy="1166813"/>
          </a:xfrm>
          <a:prstGeom prst="rect">
            <a:avLst/>
          </a:prstGeom>
          <a:noFill/>
          <a:ln>
            <a:noFill/>
          </a:ln>
        </p:spPr>
      </p:pic>
      <p:sp>
        <p:nvSpPr>
          <p:cNvPr id="330" name="Google Shape;330;p24"/>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de-CH" sz="2400" u="none" cap="none" strike="noStrike">
                <a:solidFill>
                  <a:srgbClr val="C55A11"/>
                </a:solidFill>
                <a:latin typeface="Calibri"/>
                <a:ea typeface="Calibri"/>
                <a:cs typeface="Calibri"/>
                <a:sym typeface="Calibri"/>
              </a:rPr>
              <a:t>Tables : Column Span</a:t>
            </a:r>
            <a:endParaRPr b="0" i="0" sz="1400" u="none" cap="none" strike="noStrike">
              <a:solidFill>
                <a:srgbClr val="000000"/>
              </a:solidFill>
              <a:latin typeface="Arial"/>
              <a:ea typeface="Arial"/>
              <a:cs typeface="Arial"/>
              <a:sym typeface="Arial"/>
            </a:endParaRPr>
          </a:p>
        </p:txBody>
      </p:sp>
      <p:cxnSp>
        <p:nvCxnSpPr>
          <p:cNvPr id="331" name="Google Shape;331;p24"/>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332" name="Google Shape;332;p24"/>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de-CH" sz="2400" u="none" cap="none" strike="noStrike">
                <a:solidFill>
                  <a:srgbClr val="2F5496"/>
                </a:solidFill>
                <a:latin typeface="Calibri"/>
                <a:ea typeface="Calibri"/>
                <a:cs typeface="Calibri"/>
                <a:sym typeface="Calibri"/>
              </a:rPr>
              <a:t>HTML – Basic Markups</a:t>
            </a:r>
            <a:endParaRPr b="1" i="0" sz="2400" u="none" cap="none" strike="noStrike">
              <a:solidFill>
                <a:srgbClr val="2F5496"/>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9"/>
                                        </p:tgtEl>
                                        <p:attrNameLst>
                                          <p:attrName>style.visibility</p:attrName>
                                        </p:attrNameLst>
                                      </p:cBhvr>
                                      <p:to>
                                        <p:strVal val="visible"/>
                                      </p:to>
                                    </p:set>
                                    <p:anim calcmode="lin" valueType="num">
                                      <p:cBhvr additive="base">
                                        <p:cTn dur="500"/>
                                        <p:tgtEl>
                                          <p:spTgt spid="32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6" name="Shape 336"/>
        <p:cNvGrpSpPr/>
        <p:nvPr/>
      </p:nvGrpSpPr>
      <p:grpSpPr>
        <a:xfrm>
          <a:off x="0" y="0"/>
          <a:ext cx="0" cy="0"/>
          <a:chOff x="0" y="0"/>
          <a:chExt cx="0" cy="0"/>
        </a:xfrm>
      </p:grpSpPr>
      <p:sp>
        <p:nvSpPr>
          <p:cNvPr id="337" name="Google Shape;337;p25"/>
          <p:cNvSpPr txBox="1"/>
          <p:nvPr>
            <p:ph idx="1" type="body"/>
          </p:nvPr>
        </p:nvSpPr>
        <p:spPr>
          <a:xfrm>
            <a:off x="213065" y="1422485"/>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80000"/>
              </a:lnSpc>
              <a:spcBef>
                <a:spcPts val="0"/>
              </a:spcBef>
              <a:spcAft>
                <a:spcPts val="0"/>
              </a:spcAft>
              <a:buClr>
                <a:schemeClr val="dk1"/>
              </a:buClr>
              <a:buSzPts val="2400"/>
              <a:buFont typeface="Times"/>
              <a:buChar char="•"/>
            </a:pPr>
            <a:r>
              <a:rPr lang="de-CH" sz="2400"/>
              <a:t>If the rows have labels and there is a spanning column label, the upper left corner must be made larger, using rowspan</a:t>
            </a:r>
            <a:endParaRPr sz="2400"/>
          </a:p>
          <a:p>
            <a:pPr indent="-228600" lvl="0" marL="228600" rtl="0" algn="l">
              <a:lnSpc>
                <a:spcPct val="80000"/>
              </a:lnSpc>
              <a:spcBef>
                <a:spcPts val="480"/>
              </a:spcBef>
              <a:spcAft>
                <a:spcPts val="0"/>
              </a:spcAft>
              <a:buClr>
                <a:schemeClr val="dk1"/>
              </a:buClr>
              <a:buSzPts val="2400"/>
              <a:buFont typeface="Calibri"/>
              <a:buNone/>
            </a:pPr>
            <a:r>
              <a:rPr lang="de-CH" sz="2400"/>
              <a:t>&lt;table border = "border"&gt;</a:t>
            </a:r>
            <a:endParaRPr/>
          </a:p>
          <a:p>
            <a:pPr indent="-228600" lvl="0" marL="228600" rtl="0" algn="l">
              <a:lnSpc>
                <a:spcPct val="80000"/>
              </a:lnSpc>
              <a:spcBef>
                <a:spcPts val="480"/>
              </a:spcBef>
              <a:spcAft>
                <a:spcPts val="0"/>
              </a:spcAft>
              <a:buClr>
                <a:schemeClr val="dk1"/>
              </a:buClr>
              <a:buSzPts val="2400"/>
              <a:buFont typeface="Calibri"/>
              <a:buNone/>
            </a:pPr>
            <a:r>
              <a:rPr lang="de-CH" sz="2400"/>
              <a:t>  &lt;tr&gt;</a:t>
            </a:r>
            <a:endParaRPr/>
          </a:p>
          <a:p>
            <a:pPr indent="-228600" lvl="0" marL="228600" rtl="0" algn="l">
              <a:lnSpc>
                <a:spcPct val="80000"/>
              </a:lnSpc>
              <a:spcBef>
                <a:spcPts val="480"/>
              </a:spcBef>
              <a:spcAft>
                <a:spcPts val="0"/>
              </a:spcAft>
              <a:buClr>
                <a:schemeClr val="dk1"/>
              </a:buClr>
              <a:buSzPts val="2400"/>
              <a:buFont typeface="Calibri"/>
              <a:buNone/>
            </a:pPr>
            <a:r>
              <a:rPr lang="de-CH" sz="2400"/>
              <a:t>    &lt;td rowspan = "2"&gt; &lt;/td&gt;</a:t>
            </a:r>
            <a:endParaRPr/>
          </a:p>
          <a:p>
            <a:pPr indent="-228600" lvl="0" marL="228600" rtl="0" algn="l">
              <a:lnSpc>
                <a:spcPct val="80000"/>
              </a:lnSpc>
              <a:spcBef>
                <a:spcPts val="480"/>
              </a:spcBef>
              <a:spcAft>
                <a:spcPts val="0"/>
              </a:spcAft>
              <a:buClr>
                <a:schemeClr val="dk1"/>
              </a:buClr>
              <a:buSzPts val="2400"/>
              <a:buFont typeface="Calibri"/>
              <a:buNone/>
            </a:pPr>
            <a:r>
              <a:rPr lang="de-CH" sz="2400"/>
              <a:t>    &lt;th colspan = "3"&gt; Fruit Juice Drinks</a:t>
            </a:r>
            <a:endParaRPr/>
          </a:p>
          <a:p>
            <a:pPr indent="-228600" lvl="0" marL="228600" rtl="0" algn="l">
              <a:lnSpc>
                <a:spcPct val="80000"/>
              </a:lnSpc>
              <a:spcBef>
                <a:spcPts val="480"/>
              </a:spcBef>
              <a:spcAft>
                <a:spcPts val="0"/>
              </a:spcAft>
              <a:buClr>
                <a:schemeClr val="dk1"/>
              </a:buClr>
              <a:buSzPts val="2400"/>
              <a:buFont typeface="Calibri"/>
              <a:buNone/>
            </a:pPr>
            <a:r>
              <a:rPr lang="de-CH" sz="2400"/>
              <a:t>    &lt;/th&gt;</a:t>
            </a:r>
            <a:endParaRPr/>
          </a:p>
          <a:p>
            <a:pPr indent="-228600" lvl="0" marL="228600" rtl="0" algn="l">
              <a:lnSpc>
                <a:spcPct val="80000"/>
              </a:lnSpc>
              <a:spcBef>
                <a:spcPts val="480"/>
              </a:spcBef>
              <a:spcAft>
                <a:spcPts val="0"/>
              </a:spcAft>
              <a:buClr>
                <a:schemeClr val="dk1"/>
              </a:buClr>
              <a:buSzPts val="2400"/>
              <a:buFont typeface="Calibri"/>
              <a:buNone/>
            </a:pPr>
            <a:r>
              <a:rPr lang="de-CH" sz="2400"/>
              <a:t>  &lt;/tr&gt;</a:t>
            </a:r>
            <a:endParaRPr/>
          </a:p>
          <a:p>
            <a:pPr indent="-228600" lvl="0" marL="228600" rtl="0" algn="l">
              <a:lnSpc>
                <a:spcPct val="80000"/>
              </a:lnSpc>
              <a:spcBef>
                <a:spcPts val="480"/>
              </a:spcBef>
              <a:spcAft>
                <a:spcPts val="0"/>
              </a:spcAft>
              <a:buClr>
                <a:schemeClr val="dk1"/>
              </a:buClr>
              <a:buSzPts val="2400"/>
              <a:buFont typeface="Calibri"/>
              <a:buNone/>
            </a:pPr>
            <a:r>
              <a:rPr lang="de-CH" sz="2400"/>
              <a:t>  &lt;tr&gt;</a:t>
            </a:r>
            <a:endParaRPr/>
          </a:p>
          <a:p>
            <a:pPr indent="-228600" lvl="0" marL="228600" rtl="0" algn="l">
              <a:lnSpc>
                <a:spcPct val="80000"/>
              </a:lnSpc>
              <a:spcBef>
                <a:spcPts val="480"/>
              </a:spcBef>
              <a:spcAft>
                <a:spcPts val="0"/>
              </a:spcAft>
              <a:buClr>
                <a:schemeClr val="dk1"/>
              </a:buClr>
              <a:buSzPts val="2400"/>
              <a:buFont typeface="Calibri"/>
              <a:buNone/>
            </a:pPr>
            <a:r>
              <a:rPr lang="de-CH" sz="2400"/>
              <a:t>    &lt;th&gt; Apple &lt;/th&gt;</a:t>
            </a:r>
            <a:endParaRPr/>
          </a:p>
          <a:p>
            <a:pPr indent="-228600" lvl="0" marL="228600" rtl="0" algn="l">
              <a:lnSpc>
                <a:spcPct val="80000"/>
              </a:lnSpc>
              <a:spcBef>
                <a:spcPts val="480"/>
              </a:spcBef>
              <a:spcAft>
                <a:spcPts val="0"/>
              </a:spcAft>
              <a:buClr>
                <a:schemeClr val="dk1"/>
              </a:buClr>
              <a:buSzPts val="2400"/>
              <a:buFont typeface="Calibri"/>
              <a:buNone/>
            </a:pPr>
            <a:r>
              <a:rPr lang="de-CH" sz="2400"/>
              <a:t>    &lt;th&gt; Orange &lt;/th&gt;</a:t>
            </a:r>
            <a:endParaRPr/>
          </a:p>
          <a:p>
            <a:pPr indent="-228600" lvl="0" marL="228600" rtl="0" algn="l">
              <a:lnSpc>
                <a:spcPct val="80000"/>
              </a:lnSpc>
              <a:spcBef>
                <a:spcPts val="480"/>
              </a:spcBef>
              <a:spcAft>
                <a:spcPts val="0"/>
              </a:spcAft>
              <a:buClr>
                <a:schemeClr val="dk1"/>
              </a:buClr>
              <a:buSzPts val="2400"/>
              <a:buFont typeface="Calibri"/>
              <a:buNone/>
            </a:pPr>
            <a:r>
              <a:rPr lang="de-CH" sz="2400"/>
              <a:t>&lt;/tr&gt;</a:t>
            </a:r>
            <a:endParaRPr/>
          </a:p>
          <a:p>
            <a:pPr indent="-228600" lvl="0" marL="228600" rtl="0" algn="l">
              <a:lnSpc>
                <a:spcPct val="80000"/>
              </a:lnSpc>
              <a:spcBef>
                <a:spcPts val="480"/>
              </a:spcBef>
              <a:spcAft>
                <a:spcPts val="0"/>
              </a:spcAft>
              <a:buClr>
                <a:schemeClr val="dk1"/>
              </a:buClr>
              <a:buSzPts val="2400"/>
              <a:buFont typeface="Calibri"/>
              <a:buNone/>
            </a:pPr>
            <a:r>
              <a:rPr lang="de-CH" sz="2400"/>
              <a:t>        …</a:t>
            </a:r>
            <a:endParaRPr/>
          </a:p>
          <a:p>
            <a:pPr indent="-228600" lvl="0" marL="228600" rtl="0" algn="l">
              <a:lnSpc>
                <a:spcPct val="80000"/>
              </a:lnSpc>
              <a:spcBef>
                <a:spcPts val="480"/>
              </a:spcBef>
              <a:spcAft>
                <a:spcPts val="0"/>
              </a:spcAft>
              <a:buClr>
                <a:schemeClr val="dk1"/>
              </a:buClr>
              <a:buSzPts val="2400"/>
              <a:buFont typeface="Calibri"/>
              <a:buNone/>
            </a:pPr>
            <a:r>
              <a:rPr lang="de-CH" sz="2400"/>
              <a:t>&lt;/table&gt;</a:t>
            </a:r>
            <a:endParaRPr/>
          </a:p>
        </p:txBody>
      </p:sp>
      <p:sp>
        <p:nvSpPr>
          <p:cNvPr id="338" name="Google Shape;338;p25"/>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de-CH" sz="2400" u="none" cap="none" strike="noStrike">
                <a:solidFill>
                  <a:srgbClr val="C55A11"/>
                </a:solidFill>
                <a:latin typeface="Calibri"/>
                <a:ea typeface="Calibri"/>
                <a:cs typeface="Calibri"/>
                <a:sym typeface="Calibri"/>
              </a:rPr>
              <a:t>Tables : Row Span</a:t>
            </a:r>
            <a:endParaRPr b="0" i="0" sz="1400" u="none" cap="none" strike="noStrike">
              <a:solidFill>
                <a:srgbClr val="000000"/>
              </a:solidFill>
              <a:latin typeface="Arial"/>
              <a:ea typeface="Arial"/>
              <a:cs typeface="Arial"/>
              <a:sym typeface="Arial"/>
            </a:endParaRPr>
          </a:p>
        </p:txBody>
      </p:sp>
      <p:cxnSp>
        <p:nvCxnSpPr>
          <p:cNvPr id="339" name="Google Shape;339;p25"/>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340" name="Google Shape;340;p25"/>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de-CH" sz="2400" u="none" cap="none" strike="noStrike">
                <a:solidFill>
                  <a:srgbClr val="2F5496"/>
                </a:solidFill>
                <a:latin typeface="Calibri"/>
                <a:ea typeface="Calibri"/>
                <a:cs typeface="Calibri"/>
                <a:sym typeface="Calibri"/>
              </a:rPr>
              <a:t>HTML – Basic Markups</a:t>
            </a:r>
            <a:endParaRPr b="1" i="0" sz="2400" u="none" cap="none" strike="noStrike">
              <a:solidFill>
                <a:srgbClr val="2F5496"/>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cxnSp>
        <p:nvCxnSpPr>
          <p:cNvPr id="345" name="Google Shape;345;p26"/>
          <p:cNvCxnSpPr/>
          <p:nvPr/>
        </p:nvCxnSpPr>
        <p:spPr>
          <a:xfrm flipH="1" rot="10800000">
            <a:off x="5448168" y="2887307"/>
            <a:ext cx="4581449" cy="1"/>
          </a:xfrm>
          <a:prstGeom prst="straightConnector1">
            <a:avLst/>
          </a:prstGeom>
          <a:noFill/>
          <a:ln cap="flat" cmpd="sng" w="38100">
            <a:solidFill>
              <a:srgbClr val="C55A11"/>
            </a:solidFill>
            <a:prstDash val="solid"/>
            <a:miter lim="800000"/>
            <a:headEnd len="sm" w="sm" type="none"/>
            <a:tailEnd len="sm" w="sm" type="none"/>
          </a:ln>
        </p:spPr>
      </p:cxnSp>
      <p:sp>
        <p:nvSpPr>
          <p:cNvPr id="346" name="Google Shape;346;p26"/>
          <p:cNvSpPr/>
          <p:nvPr/>
        </p:nvSpPr>
        <p:spPr>
          <a:xfrm>
            <a:off x="5460537" y="4049738"/>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de-CH" sz="2400" u="none" cap="none" strike="noStrike">
                <a:solidFill>
                  <a:schemeClr val="dk1"/>
                </a:solidFill>
                <a:latin typeface="Calibri"/>
                <a:ea typeface="Calibri"/>
                <a:cs typeface="Calibri"/>
                <a:sym typeface="Calibri"/>
              </a:rPr>
              <a:t>vinayj@pes.edu</a:t>
            </a:r>
            <a:endParaRPr b="1" i="0" sz="2400" u="none" cap="none" strike="noStrike">
              <a:solidFill>
                <a:schemeClr val="dk1"/>
              </a:solidFill>
              <a:latin typeface="Calibri"/>
              <a:ea typeface="Calibri"/>
              <a:cs typeface="Calibri"/>
              <a:sym typeface="Calibri"/>
            </a:endParaRPr>
          </a:p>
        </p:txBody>
      </p:sp>
      <p:sp>
        <p:nvSpPr>
          <p:cNvPr id="347" name="Google Shape;347;p26"/>
          <p:cNvSpPr/>
          <p:nvPr/>
        </p:nvSpPr>
        <p:spPr>
          <a:xfrm>
            <a:off x="5460537" y="4573019"/>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de-CH" sz="2400" u="none" cap="none" strike="noStrike">
                <a:solidFill>
                  <a:schemeClr val="dk1"/>
                </a:solidFill>
                <a:latin typeface="Calibri"/>
                <a:ea typeface="Calibri"/>
                <a:cs typeface="Calibri"/>
                <a:sym typeface="Calibri"/>
              </a:rPr>
              <a:t>+91 80 2672 6622</a:t>
            </a:r>
            <a:endParaRPr b="0" i="0" sz="2400" u="none" cap="none" strike="noStrike">
              <a:solidFill>
                <a:schemeClr val="dk1"/>
              </a:solidFill>
              <a:latin typeface="Calibri"/>
              <a:ea typeface="Calibri"/>
              <a:cs typeface="Calibri"/>
              <a:sym typeface="Calibri"/>
            </a:endParaRPr>
          </a:p>
        </p:txBody>
      </p:sp>
      <p:pic>
        <p:nvPicPr>
          <p:cNvPr id="348" name="Google Shape;348;p26"/>
          <p:cNvPicPr preferRelativeResize="0"/>
          <p:nvPr/>
        </p:nvPicPr>
        <p:blipFill rotWithShape="1">
          <a:blip r:embed="rId3">
            <a:alphaModFix/>
          </a:blip>
          <a:srcRect b="0" l="0" r="0" t="0"/>
          <a:stretch/>
        </p:blipFill>
        <p:spPr>
          <a:xfrm>
            <a:off x="2637896" y="1606241"/>
            <a:ext cx="1917373" cy="3550188"/>
          </a:xfrm>
          <a:prstGeom prst="rect">
            <a:avLst/>
          </a:prstGeom>
          <a:noFill/>
          <a:ln>
            <a:noFill/>
          </a:ln>
        </p:spPr>
      </p:pic>
      <p:sp>
        <p:nvSpPr>
          <p:cNvPr id="349" name="Google Shape;349;p26"/>
          <p:cNvSpPr/>
          <p:nvPr/>
        </p:nvSpPr>
        <p:spPr>
          <a:xfrm>
            <a:off x="5448168" y="2049518"/>
            <a:ext cx="4603806" cy="6652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de-CH" sz="3600" u="none" cap="none" strike="noStrike">
                <a:solidFill>
                  <a:srgbClr val="C55A11"/>
                </a:solidFill>
                <a:latin typeface="Calibri"/>
                <a:ea typeface="Calibri"/>
                <a:cs typeface="Calibri"/>
                <a:sym typeface="Calibri"/>
              </a:rPr>
              <a:t>THANK YOU</a:t>
            </a:r>
            <a:endParaRPr b="0" i="0" sz="1400" u="none" cap="none" strike="noStrike">
              <a:solidFill>
                <a:srgbClr val="000000"/>
              </a:solidFill>
              <a:latin typeface="Arial"/>
              <a:ea typeface="Arial"/>
              <a:cs typeface="Arial"/>
              <a:sym typeface="Arial"/>
            </a:endParaRPr>
          </a:p>
        </p:txBody>
      </p:sp>
      <p:sp>
        <p:nvSpPr>
          <p:cNvPr id="350" name="Google Shape;350;p26"/>
          <p:cNvSpPr/>
          <p:nvPr/>
        </p:nvSpPr>
        <p:spPr>
          <a:xfrm>
            <a:off x="5448168" y="3128242"/>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de-CH" sz="2400" u="none" cap="none" strike="noStrike">
                <a:solidFill>
                  <a:schemeClr val="dk1"/>
                </a:solidFill>
                <a:latin typeface="Calibri"/>
                <a:ea typeface="Calibri"/>
                <a:cs typeface="Calibri"/>
                <a:sym typeface="Calibri"/>
              </a:rPr>
              <a:t>Vinay Joshi</a:t>
            </a:r>
            <a:endParaRPr b="1" i="0" sz="2400" u="none" cap="none" strike="noStrike">
              <a:solidFill>
                <a:schemeClr val="dk1"/>
              </a:solidFill>
              <a:latin typeface="Calibri"/>
              <a:ea typeface="Calibri"/>
              <a:cs typeface="Calibri"/>
              <a:sym typeface="Calibri"/>
            </a:endParaRPr>
          </a:p>
        </p:txBody>
      </p:sp>
      <p:sp>
        <p:nvSpPr>
          <p:cNvPr id="351" name="Google Shape;351;p26"/>
          <p:cNvSpPr/>
          <p:nvPr/>
        </p:nvSpPr>
        <p:spPr>
          <a:xfrm>
            <a:off x="5448168" y="3525847"/>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de-CH" sz="2400" u="none" cap="none" strike="noStrike">
                <a:solidFill>
                  <a:schemeClr val="dk1"/>
                </a:solidFill>
                <a:latin typeface="Calibri"/>
                <a:ea typeface="Calibri"/>
                <a:cs typeface="Calibri"/>
                <a:sym typeface="Calibri"/>
              </a:rPr>
              <a:t>Department of Computer Science and Engineering</a:t>
            </a:r>
            <a:endParaRPr b="0" i="0" sz="2400" u="none" cap="none" strike="noStrike">
              <a:solidFill>
                <a:schemeClr val="dk1"/>
              </a:solidFill>
              <a:latin typeface="Calibri"/>
              <a:ea typeface="Calibri"/>
              <a:cs typeface="Calibri"/>
              <a:sym typeface="Calibri"/>
            </a:endParaRPr>
          </a:p>
        </p:txBody>
      </p:sp>
      <p:sp>
        <p:nvSpPr>
          <p:cNvPr id="352" name="Google Shape;352;p26"/>
          <p:cNvSpPr/>
          <p:nvPr/>
        </p:nvSpPr>
        <p:spPr>
          <a:xfrm>
            <a:off x="10820400" y="121920"/>
            <a:ext cx="1371600" cy="173736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nvGrpSpPr>
          <p:cNvPr id="353" name="Google Shape;353;p26"/>
          <p:cNvGrpSpPr/>
          <p:nvPr/>
        </p:nvGrpSpPr>
        <p:grpSpPr>
          <a:xfrm>
            <a:off x="142930" y="121920"/>
            <a:ext cx="11789990" cy="6513121"/>
            <a:chOff x="313844" y="349466"/>
            <a:chExt cx="11518407" cy="6218388"/>
          </a:xfrm>
        </p:grpSpPr>
        <p:sp>
          <p:nvSpPr>
            <p:cNvPr id="354" name="Google Shape;354;p26"/>
            <p:cNvSpPr/>
            <p:nvPr/>
          </p:nvSpPr>
          <p:spPr>
            <a:xfrm>
              <a:off x="11786532" y="360726"/>
              <a:ext cx="45719" cy="1066895"/>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55" name="Google Shape;355;p26"/>
            <p:cNvSpPr/>
            <p:nvPr/>
          </p:nvSpPr>
          <p:spPr>
            <a:xfrm rot="5400000">
              <a:off x="11275944" y="-161122"/>
              <a:ext cx="45719" cy="1066895"/>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56" name="Google Shape;356;p26"/>
            <p:cNvSpPr/>
            <p:nvPr/>
          </p:nvSpPr>
          <p:spPr>
            <a:xfrm rot="5400000">
              <a:off x="824432" y="6011547"/>
              <a:ext cx="45719" cy="1066895"/>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57" name="Google Shape;357;p26"/>
            <p:cNvSpPr/>
            <p:nvPr/>
          </p:nvSpPr>
          <p:spPr>
            <a:xfrm rot="10800000">
              <a:off x="313844" y="5489699"/>
              <a:ext cx="45719" cy="1066895"/>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2019-05-30T23:14:36Z</dcterms:created>
  <dc:creator>Prahallad Nith</dc:creator>
</cp:coreProperties>
</file>